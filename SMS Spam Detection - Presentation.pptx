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428203a27549c0" /><Relationship Type="http://schemas.openxmlformats.org/officeDocument/2006/relationships/extended-properties" Target="/docProps/app.xml" Id="Rb42cf2680d7f4aca" /><Relationship Type="http://schemas.openxmlformats.org/officeDocument/2006/relationships/officeDocument" Target="/ppt/presentation.xml" Id="R12bb553858a04905" /></Relationships>
</file>

<file path=ppt/presentation.xml><?xml version="1.0" encoding="utf-8"?>
<p:presentation xmlns:p="http://schemas.openxmlformats.org/presentationml/2006/main">
  <p:sldMasterIdLst>
    <p:sldMasterId xmlns:r="http://schemas.openxmlformats.org/officeDocument/2006/relationships" id="2147483648" r:id="R827ad9452f0346a8"/>
  </p:sldMasterIdLst>
  <p:notesMasterIdLst>
    <p:notesMasterId xmlns:r="http://schemas.openxmlformats.org/officeDocument/2006/relationships" r:id="R2210d5a3ae3c4ad3"/>
  </p:notesMasterIdLst>
  <p:sldIdLst>
    <p:sldId xmlns:r="http://schemas.openxmlformats.org/officeDocument/2006/relationships" id="256" r:id="R295f7d252fef4315"/>
    <p:sldId xmlns:r="http://schemas.openxmlformats.org/officeDocument/2006/relationships" id="257" r:id="R78f788abd68a4338"/>
    <p:sldId xmlns:r="http://schemas.openxmlformats.org/officeDocument/2006/relationships" id="258" r:id="Rdb66df13e43c425c"/>
    <p:sldId xmlns:r="http://schemas.openxmlformats.org/officeDocument/2006/relationships" id="259" r:id="R57ece11c279b450c"/>
    <p:sldId xmlns:r="http://schemas.openxmlformats.org/officeDocument/2006/relationships" id="260" r:id="R29de92152ebd4c0f"/>
    <p:sldId xmlns:r="http://schemas.openxmlformats.org/officeDocument/2006/relationships" id="261" r:id="R009067773f704c9f"/>
    <p:sldId xmlns:r="http://schemas.openxmlformats.org/officeDocument/2006/relationships" id="262" r:id="Rf8ac2bbfb78b4f14"/>
    <p:sldId xmlns:r="http://schemas.openxmlformats.org/officeDocument/2006/relationships" id="263" r:id="R2c343a5809e34c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4d9e2223264be5" /><Relationship Type="http://schemas.openxmlformats.org/officeDocument/2006/relationships/slideMaster" Target="/ppt/slideMasters/slideMaster1.xml" Id="R827ad9452f0346a8" /><Relationship Type="http://schemas.openxmlformats.org/officeDocument/2006/relationships/notesMaster" Target="/ppt/notesMasters/notesMaster1.xml" Id="R2210d5a3ae3c4ad3" /><Relationship Type="http://schemas.openxmlformats.org/officeDocument/2006/relationships/presProps" Target="/ppt/presProps.xml" Id="Rd232914a802946a3" /><Relationship Type="http://schemas.openxmlformats.org/officeDocument/2006/relationships/tableStyles" Target="/ppt/tableStyles.xml" Id="Raeb867c61fc44529" /><Relationship Type="http://schemas.openxmlformats.org/officeDocument/2006/relationships/slide" Target="/ppt/slides/slide1.xml" Id="R295f7d252fef4315" /><Relationship Type="http://schemas.openxmlformats.org/officeDocument/2006/relationships/slide" Target="/ppt/slides/slide2.xml" Id="R78f788abd68a4338" /><Relationship Type="http://schemas.openxmlformats.org/officeDocument/2006/relationships/slide" Target="/ppt/slides/slide3.xml" Id="Rdb66df13e43c425c" /><Relationship Type="http://schemas.openxmlformats.org/officeDocument/2006/relationships/slide" Target="/ppt/slides/slide4.xml" Id="R57ece11c279b450c" /><Relationship Type="http://schemas.openxmlformats.org/officeDocument/2006/relationships/slide" Target="/ppt/slides/slide5.xml" Id="R29de92152ebd4c0f" /><Relationship Type="http://schemas.openxmlformats.org/officeDocument/2006/relationships/slide" Target="/ppt/slides/slide6.xml" Id="R009067773f704c9f" /><Relationship Type="http://schemas.openxmlformats.org/officeDocument/2006/relationships/slide" Target="/ppt/slides/slide7.xml" Id="Rf8ac2bbfb78b4f14" /><Relationship Type="http://schemas.openxmlformats.org/officeDocument/2006/relationships/slide" Target="/ppt/slides/slide8.xml" Id="R2c343a5809e34c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1cb96af91e4c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3eb6a9efa64d16" /><Relationship Type="http://schemas.openxmlformats.org/officeDocument/2006/relationships/notesMaster" Target="/ppt/notesMasters/notesMaster1.xml" Id="R31bd4e8091af43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227e8dce754903" /><Relationship Type="http://schemas.openxmlformats.org/officeDocument/2006/relationships/notesMaster" Target="/ppt/notesMasters/notesMaster1.xml" Id="Rc8fc1304e55c43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936a2e940d4547" /><Relationship Type="http://schemas.openxmlformats.org/officeDocument/2006/relationships/notesMaster" Target="/ppt/notesMasters/notesMaster1.xml" Id="R5fb1f835f91746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e13d2d73fe4656" /><Relationship Type="http://schemas.openxmlformats.org/officeDocument/2006/relationships/notesMaster" Target="/ppt/notesMasters/notesMaster1.xml" Id="Rfb2023f7a8dc46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55fe6345104d27" /><Relationship Type="http://schemas.openxmlformats.org/officeDocument/2006/relationships/notesMaster" Target="/ppt/notesMasters/notesMaster1.xml" Id="Rd10bed3f16b64a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6ece54273a4184" /><Relationship Type="http://schemas.openxmlformats.org/officeDocument/2006/relationships/notesMaster" Target="/ppt/notesMasters/notesMaster1.xml" Id="Re84cbd0a10bf48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408d15b20b45e3" /><Relationship Type="http://schemas.openxmlformats.org/officeDocument/2006/relationships/notesMaster" Target="/ppt/notesMasters/notesMaster1.xml" Id="Ra84f9e788f9c4e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974285ecc94ecd" /><Relationship Type="http://schemas.openxmlformats.org/officeDocument/2006/relationships/notesMaster" Target="/ppt/notesMasters/notesMaster1.xml" Id="R1f7050d1bfc246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task: classify an SMS as spam or legitimate. Preview the talk: dataset, text representation, models, evaluation, and practical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totals are from the supplied PDF and the common 5,572-message Kaggle/UCI copy. Exact file variants can differ slightly. The class shares are approximately 86.6% ham and 13.4% spam.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key methodological point is that vocabulary and inverse document frequencies are learned from training text only. The test split must remain unseen until evaluation. Stratification preserves the class mix.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illustrates the vectorization idea; weights are an illustrative TF-IDF example. TF-IDF downweights words frequent across many documents. The actual vectorizer is scikit-learn TfidfVectorizer with English stop words removed.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PDF reports TF-IDF + Naive Bayes at 97.3% accuracy and TF-IDF + Logistic Regression at 97.4% on its example 5,574-message UCI run. The user’s Kaggle dataset contains a slightly different number of messages, so these are reference values, not guaranteed notebook output. Source: How a Spam Filter Learns.pdf, pages 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Numbers are the PDF’s example run: 966 ham correctly classified, 119 spam caught, 30 spam missed, and no ham false alarms. Accuracy alone can hide the fact that some spam was missed. The counts come from the reference run and may vary in the class notebook. Source: How a Spam Filter Learns.pdf, pages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code excerpt is taken from the notebook approach in the supplied PDF and adapted to the two requested classifiers. Explain the chain from TF-IDF to prediction. Mobile filtering is the motivating application; the notebook itself is a prototype, not a deployed phone system. Source: How a Spam Filter Learns.pdf, pages 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main takeaway: the project learns patterns from labeled messages, compares two classifiers, and evaluates their predictions on unseen messages.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923122ac6c40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85edfcaec346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2a0fbf813349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d6bd22d15cb4b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9525e3651449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68c5fdc81243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2ED2B4-0DEB-4D6D-A383-FFC2DFA2469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4DCA21-39E5-4D60-AB5C-090B9CF425F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19FC77-C1F2-4FB6-A761-906DB1F371F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EAA3BC-5414-4A33-A1A4-18DA172648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061FC3-E73C-44F8-85DA-AEA1C5FF14B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3D79E09-B65B-449C-BD08-47421C4106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A0E446-4920-41BA-956C-ECAEC8C881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F493B0A-4320-4B8E-842E-577BE24A359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632E2B-B451-4EF3-83E5-0A5427BD26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2AA1F0-AF11-49D9-98EE-3E08198B8B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0dd2edcfbc4eed" /><Relationship Type="http://schemas.openxmlformats.org/officeDocument/2006/relationships/slideLayout" Target="/ppt/slideLayouts/slideLayout1.xml" Id="R53b216033e3b4f47" /><Relationship Type="http://schemas.openxmlformats.org/officeDocument/2006/relationships/slideLayout" Target="/ppt/slideLayouts/slideLayout2.xml" Id="Rd62dd16253f84503" /><Relationship Type="http://schemas.openxmlformats.org/officeDocument/2006/relationships/slideLayout" Target="/ppt/slideLayouts/slideLayout3.xml" Id="R312873abd39f47da" /><Relationship Type="http://schemas.openxmlformats.org/officeDocument/2006/relationships/slideLayout" Target="/ppt/slideLayouts/slideLayout4.xml" Id="R9fa5eb7a026a4456" /><Relationship Type="http://schemas.openxmlformats.org/officeDocument/2006/relationships/slideLayout" Target="/ppt/slideLayouts/slideLayout5.xml" Id="R2905163e51f94a18" /><Relationship Type="http://schemas.openxmlformats.org/officeDocument/2006/relationships/slideLayout" Target="/ppt/slideLayouts/slideLayout6.xml" Id="Ra50ce7a80ea64c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b216033e3b4f47"/>
    <p:sldLayoutId xmlns:r="http://schemas.openxmlformats.org/officeDocument/2006/relationships" id="2147483650" r:id="Rd62dd16253f84503"/>
    <p:sldLayoutId xmlns:r="http://schemas.openxmlformats.org/officeDocument/2006/relationships" id="2147483651" r:id="R312873abd39f47da"/>
    <p:sldLayoutId xmlns:r="http://schemas.openxmlformats.org/officeDocument/2006/relationships" id="2147483652" r:id="R9fa5eb7a026a4456"/>
    <p:sldLayoutId xmlns:r="http://schemas.openxmlformats.org/officeDocument/2006/relationships" id="2147483653" r:id="R2905163e51f94a18"/>
    <p:sldLayoutId xmlns:r="http://schemas.openxmlformats.org/officeDocument/2006/relationships" id="2147483654" r:id="Ra50ce7a80ea64c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cd942fc7734f5b" /><Relationship Type="http://schemas.openxmlformats.org/officeDocument/2006/relationships/notesSlide" Target="/ppt/notesSlides/notesSlide1.xml" Id="R09e8caef9fa34e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1830c4cd50744a0" /><Relationship Type="http://schemas.openxmlformats.org/officeDocument/2006/relationships/notesSlide" Target="/ppt/notesSlides/notesSlide2.xml" Id="Rf1a69ab4b6834b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c8ddea8f0a41e3" /><Relationship Type="http://schemas.openxmlformats.org/officeDocument/2006/relationships/notesSlide" Target="/ppt/notesSlides/notesSlide3.xml" Id="R3a24d6617c3642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b23d4b20f3d486b" /><Relationship Type="http://schemas.openxmlformats.org/officeDocument/2006/relationships/notesSlide" Target="/ppt/notesSlides/notesSlide4.xml" Id="Re65730543c5648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1af83353fe47ce" /><Relationship Type="http://schemas.openxmlformats.org/officeDocument/2006/relationships/notesSlide" Target="/ppt/notesSlides/notesSlide5.xml" Id="Rb917a2eed3134d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2fb4150a404ffd" /><Relationship Type="http://schemas.openxmlformats.org/officeDocument/2006/relationships/notesSlide" Target="/ppt/notesSlides/notesSlide6.xml" Id="Rb708084637884f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bd54753b67b46da" /><Relationship Type="http://schemas.openxmlformats.org/officeDocument/2006/relationships/notesSlide" Target="/ppt/notesSlides/notesSlide7.xml" Id="Rad86fdf5bccc45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ff82670e27b4ece" /><Relationship Type="http://schemas.openxmlformats.org/officeDocument/2006/relationships/notesSlide" Target="/ppt/notesSlides/notesSlide8.xml" Id="R875d7d0cd01c43aa" /></Relationships>
</file>

<file path=ppt/slides/slide1.xml><?xml version="1.0" encoding="utf-8"?>
<p:sld xmlns:p="http://schemas.openxmlformats.org/presentationml/2006/main">
  <p:cSld>
    <p:bg>
      <p:bgPr>
        <a:solidFill xmlns:a="http://schemas.openxmlformats.org/drawingml/2006/main">
          <a:srgbClr val="10243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4E5D08F-5E1A-43DB-B633-A6EC69CA66E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C9A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2A8B70-8C23-4900-89FF-76CD9FBB92AA}"/>
              </a:ext>
            </a:extLst>
          </p:cNvPr>
          <p:cNvSpPr>
            <a:spLocks xmlns:a="http://schemas.openxmlformats.org/drawingml/2006/main" noGrp="1"/>
          </p:cNvSpPr>
          <p:nvPr/>
        </p:nvSpPr>
        <p:spPr>
          <a:xfrm xmlns:a="http://schemas.openxmlformats.org/drawingml/2006/main">
            <a:off x="8667750" y="990600"/>
            <a:ext cx="381000" cy="2381250"/>
          </a:xfrm>
          <a:prstGeom xmlns:a="http://schemas.openxmlformats.org/drawingml/2006/main" prst="roundRect">
            <a:avLst>
              <a:gd name="adj" fmla="val 20000"/>
            </a:avLst>
          </a:prstGeom>
          <a:solidFill xmlns:a="http://schemas.openxmlformats.org/drawingml/2006/main">
            <a:srgbClr val="24445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9F53362-3D23-4EF8-BCC6-1AE142E76D04}"/>
              </a:ext>
            </a:extLst>
          </p:cNvPr>
          <p:cNvSpPr>
            <a:spLocks xmlns:a="http://schemas.openxmlformats.org/drawingml/2006/main" noGrp="1"/>
          </p:cNvSpPr>
          <p:nvPr/>
        </p:nvSpPr>
        <p:spPr>
          <a:xfrm xmlns:a="http://schemas.openxmlformats.org/drawingml/2006/main">
            <a:off x="9372600" y="1190625"/>
            <a:ext cx="381000" cy="2000250"/>
          </a:xfrm>
          <a:prstGeom xmlns:a="http://schemas.openxmlformats.org/drawingml/2006/main" prst="roundRect">
            <a:avLst>
              <a:gd name="adj" fmla="val 20000"/>
            </a:avLst>
          </a:prstGeom>
          <a:solidFill xmlns:a="http://schemas.openxmlformats.org/drawingml/2006/main">
            <a:srgbClr val="24445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A7C6FA-6633-4D84-8714-9180E060BF0F}"/>
              </a:ext>
            </a:extLst>
          </p:cNvPr>
          <p:cNvSpPr>
            <a:spLocks xmlns:a="http://schemas.openxmlformats.org/drawingml/2006/main" noGrp="1"/>
          </p:cNvSpPr>
          <p:nvPr/>
        </p:nvSpPr>
        <p:spPr>
          <a:xfrm xmlns:a="http://schemas.openxmlformats.org/drawingml/2006/main">
            <a:off x="10077450" y="1390650"/>
            <a:ext cx="381000" cy="1619250"/>
          </a:xfrm>
          <a:prstGeom xmlns:a="http://schemas.openxmlformats.org/drawingml/2006/main" prst="roundRect">
            <a:avLst>
              <a:gd name="adj" fmla="val 20000"/>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1FE14A5-C055-4ECC-970C-64FB7E74C513}"/>
              </a:ext>
            </a:extLst>
          </p:cNvPr>
          <p:cNvSpPr>
            <a:spLocks xmlns:a="http://schemas.openxmlformats.org/drawingml/2006/main" noGrp="1"/>
          </p:cNvSpPr>
          <p:nvPr/>
        </p:nvSpPr>
        <p:spPr>
          <a:xfrm xmlns:a="http://schemas.openxmlformats.org/drawingml/2006/main">
            <a:off x="10782300" y="1590675"/>
            <a:ext cx="381000" cy="1238250"/>
          </a:xfrm>
          <a:prstGeom xmlns:a="http://schemas.openxmlformats.org/drawingml/2006/main" prst="roundRect">
            <a:avLst>
              <a:gd name="adj" fmla="val 20000"/>
            </a:avLst>
          </a:prstGeom>
          <a:solidFill xmlns:a="http://schemas.openxmlformats.org/drawingml/2006/main">
            <a:srgbClr val="24445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453A1F0-C8AD-4F76-BC87-05AA31E3583E}"/>
              </a:ext>
            </a:extLst>
          </p:cNvPr>
          <p:cNvSpPr>
            <a:spLocks xmlns:a="http://schemas.openxmlformats.org/drawingml/2006/main" noGrp="1"/>
          </p:cNvSpPr>
          <p:nvPr/>
        </p:nvSpPr>
        <p:spPr>
          <a:xfrm xmlns:a="http://schemas.openxmlformats.org/drawingml/2006/main">
            <a:off x="9344025" y="3419475"/>
            <a:ext cx="1504950" cy="1504950"/>
          </a:xfrm>
          <a:prstGeom xmlns:a="http://schemas.openxmlformats.org/drawingml/2006/main" prst="ellipse">
            <a:avLst/>
          </a:prstGeom>
          <a:solidFill xmlns:a="http://schemas.openxmlformats.org/drawingml/2006/main">
            <a:srgbClr val="1C9A9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BC2D345-39DB-407A-B4D2-E1C16E0E1A96}"/>
              </a:ext>
            </a:extLst>
          </p:cNvPr>
          <p:cNvSpPr>
            <a:spLocks xmlns:a="http://schemas.openxmlformats.org/drawingml/2006/main" noGrp="1"/>
          </p:cNvSpPr>
          <p:nvPr/>
        </p:nvSpPr>
        <p:spPr>
          <a:xfrm xmlns:a="http://schemas.openxmlformats.org/drawingml/2006/main">
            <a:off x="9639300" y="3714750"/>
            <a:ext cx="914400" cy="914400"/>
          </a:xfrm>
          <a:prstGeom xmlns:a="http://schemas.openxmlformats.org/drawingml/2006/main" prst="ellipse">
            <a:avLst/>
          </a:prstGeom>
          <a:solidFill xmlns:a="http://schemas.openxmlformats.org/drawingml/2006/main">
            <a:srgbClr val="102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F00592F-5097-4808-BBEF-BF4B23C9F2DD}"/>
              </a:ext>
            </a:extLst>
          </p:cNvPr>
          <p:cNvSpPr>
            <a:spLocks xmlns:a="http://schemas.openxmlformats.org/drawingml/2006/main" noGrp="1"/>
          </p:cNvSpPr>
          <p:nvPr/>
        </p:nvSpPr>
        <p:spPr>
          <a:xfrm xmlns:a="http://schemas.openxmlformats.org/drawingml/2006/main">
            <a:off x="9934575" y="4010025"/>
            <a:ext cx="323850" cy="3238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8BA4874-11A5-4156-8ECD-79223AAE882D}"/>
              </a:ext>
            </a:extLst>
          </p:cNvPr>
          <p:cNvSpPr>
            <a:spLocks xmlns:a="http://schemas.openxmlformats.org/drawingml/2006/main" noGrp="1"/>
          </p:cNvSpPr>
          <p:nvPr/>
        </p:nvSpPr>
        <p:spPr>
          <a:xfrm xmlns:a="http://schemas.openxmlformats.org/drawingml/2006/main">
            <a:off x="685800" y="5524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F2B84B"/>
                </a:solidFill>
              </a:defRPr>
            </a:defPPr>
            <a:lvl1pPr algn="l">
              <a:defRPr sz="1125" b="1">
                <a:solidFill>
                  <a:srgbClr val="F2B84B"/>
                </a:solidFill>
              </a:defRPr>
            </a:lvl1pPr>
            <a:lvl2pPr algn="l">
              <a:defRPr sz="1125" b="1">
                <a:solidFill>
                  <a:srgbClr val="F2B84B"/>
                </a:solidFill>
              </a:defRPr>
            </a:lvl2pPr>
            <a:lvl3pPr algn="l">
              <a:defRPr sz="1125" b="1">
                <a:solidFill>
                  <a:srgbClr val="F2B84B"/>
                </a:solidFill>
              </a:defRPr>
            </a:lvl3pPr>
            <a:lvl4pPr algn="l">
              <a:defRPr sz="1125" b="1">
                <a:solidFill>
                  <a:srgbClr val="F2B84B"/>
                </a:solidFill>
              </a:defRPr>
            </a:lvl4pPr>
            <a:lvl5pPr algn="l">
              <a:defRPr sz="1125" b="1">
                <a:solidFill>
                  <a:srgbClr val="F2B84B"/>
                </a:solidFill>
              </a:defRPr>
            </a:lvl5pPr>
            <a:lvl6pPr algn="l">
              <a:defRPr sz="1125" b="1">
                <a:solidFill>
                  <a:srgbClr val="F2B84B"/>
                </a:solidFill>
              </a:defRPr>
            </a:lvl6pPr>
            <a:lvl7pPr algn="l">
              <a:defRPr sz="1125" b="1">
                <a:solidFill>
                  <a:srgbClr val="F2B84B"/>
                </a:solidFill>
              </a:defRPr>
            </a:lvl7pPr>
            <a:lvl8pPr algn="l">
              <a:defRPr sz="1125" b="1">
                <a:solidFill>
                  <a:srgbClr val="F2B84B"/>
                </a:solidFill>
              </a:defRPr>
            </a:lvl8pPr>
            <a:lvl9pPr algn="l">
              <a:defRPr sz="1125" b="1">
                <a:solidFill>
                  <a:srgbClr val="F2B84B"/>
                </a:solidFill>
              </a:defRPr>
            </a:lvl9pPr>
          </a:lstStyle>
          <a:p xmlns:a="http://schemas.openxmlformats.org/drawingml/2006/main">
            <a:pPr algn="l">
              <a:defRPr sz="1125" b="1">
                <a:solidFill>
                  <a:srgbClr val="F2B84B"/>
                </a:solidFill>
              </a:defRPr>
            </a:pPr>
            <a:r>
              <a:rPr sz="1125" b="1">
                <a:solidFill>
                  <a:srgbClr val="F2B84B"/>
                </a:solidFill>
              </a:rPr>
              <a:t>AI APPLICATIONS  /  NLP CLASSIFICATION</a:t>
            </a:r>
          </a:p>
        </p:txBody>
      </p:sp>
      <p:sp>
        <p:nvSpPr>
          <p:cNvPr id="10" name="">
            <a:extLst xmlns:a="http://schemas.openxmlformats.org/drawingml/2006/main">
              <a:ext uri="{FF2B5EF4-FFF2-40B4-BE49-F238E27FC236}">
                <a16:creationId xmlns:a16="http://schemas.microsoft.com/office/drawing/2014/main" id="{859E09DB-6FE2-4A6E-8D12-B7D0C99559AC}"/>
              </a:ext>
            </a:extLst>
          </p:cNvPr>
          <p:cNvSpPr>
            <a:spLocks xmlns:a="http://schemas.openxmlformats.org/drawingml/2006/main" noGrp="1"/>
          </p:cNvSpPr>
          <p:nvPr/>
        </p:nvSpPr>
        <p:spPr>
          <a:xfrm xmlns:a="http://schemas.openxmlformats.org/drawingml/2006/main">
            <a:off x="685800" y="1123950"/>
            <a:ext cx="7334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4350" b="1">
                <a:solidFill>
                  <a:srgbClr val="FFFFFF"/>
                </a:solidFill>
              </a:defRPr>
            </a:defPPr>
            <a:lvl1pPr algn="l">
              <a:defRPr sz="4350" b="1">
                <a:solidFill>
                  <a:srgbClr val="FFFFFF"/>
                </a:solidFill>
              </a:defRPr>
            </a:lvl1pPr>
            <a:lvl2pPr algn="l">
              <a:defRPr sz="4350" b="1">
                <a:solidFill>
                  <a:srgbClr val="FFFFFF"/>
                </a:solidFill>
              </a:defRPr>
            </a:lvl2pPr>
            <a:lvl3pPr algn="l">
              <a:defRPr sz="4350" b="1">
                <a:solidFill>
                  <a:srgbClr val="FFFFFF"/>
                </a:solidFill>
              </a:defRPr>
            </a:lvl3pPr>
            <a:lvl4pPr algn="l">
              <a:defRPr sz="4350" b="1">
                <a:solidFill>
                  <a:srgbClr val="FFFFFF"/>
                </a:solidFill>
              </a:defRPr>
            </a:lvl4pPr>
            <a:lvl5pPr algn="l">
              <a:defRPr sz="4350" b="1">
                <a:solidFill>
                  <a:srgbClr val="FFFFFF"/>
                </a:solidFill>
              </a:defRPr>
            </a:lvl5pPr>
            <a:lvl6pPr algn="l">
              <a:defRPr sz="4350" b="1">
                <a:solidFill>
                  <a:srgbClr val="FFFFFF"/>
                </a:solidFill>
              </a:defRPr>
            </a:lvl6pPr>
            <a:lvl7pPr algn="l">
              <a:defRPr sz="4350" b="1">
                <a:solidFill>
                  <a:srgbClr val="FFFFFF"/>
                </a:solidFill>
              </a:defRPr>
            </a:lvl7pPr>
            <a:lvl8pPr algn="l">
              <a:defRPr sz="4350" b="1">
                <a:solidFill>
                  <a:srgbClr val="FFFFFF"/>
                </a:solidFill>
              </a:defRPr>
            </a:lvl8pPr>
            <a:lvl9pPr algn="l">
              <a:defRPr sz="4350" b="1">
                <a:solidFill>
                  <a:srgbClr val="FFFFFF"/>
                </a:solidFill>
              </a:defRPr>
            </a:lvl9pPr>
          </a:lstStyle>
          <a:p xmlns:a="http://schemas.openxmlformats.org/drawingml/2006/main">
            <a:pPr algn="l">
              <a:lnSpc>
                <a:spcPct val="92000"/>
              </a:lnSpc>
              <a:buNone/>
              <a:defRPr sz="4350" b="1">
                <a:solidFill>
                  <a:srgbClr val="FFFFFF"/>
                </a:solidFill>
              </a:defRPr>
            </a:pPr>
            <a:r>
              <a:rPr sz="4350" b="1">
                <a:solidFill>
                  <a:srgbClr val="FFFFFF"/>
                </a:solidFill>
              </a:rPr>
              <a:t>SMS Spam</a:t>
            </a:r>
          </a:p>
          <a:p xmlns:a="http://schemas.openxmlformats.org/drawingml/2006/main">
            <a:pPr algn="l">
              <a:lnSpc>
                <a:spcPct val="92000"/>
              </a:lnSpc>
              <a:buNone/>
              <a:defRPr sz="4350" b="1">
                <a:solidFill>
                  <a:srgbClr val="FFFFFF"/>
                </a:solidFill>
              </a:defRPr>
            </a:pPr>
            <a:r>
              <a:rPr sz="4350" b="1">
                <a:solidFill>
                  <a:srgbClr val="FFFFFF"/>
                </a:solidFill>
              </a:rPr>
              <a:t>Detection</a:t>
            </a:r>
          </a:p>
        </p:txBody>
      </p:sp>
      <p:sp>
        <p:nvSpPr>
          <p:cNvPr id="11" name="">
            <a:extLst xmlns:a="http://schemas.openxmlformats.org/drawingml/2006/main">
              <a:ext uri="{FF2B5EF4-FFF2-40B4-BE49-F238E27FC236}">
                <a16:creationId xmlns:a16="http://schemas.microsoft.com/office/drawing/2014/main" id="{51AE865A-56DD-49E0-A34C-4976C3D2A95B}"/>
              </a:ext>
            </a:extLst>
          </p:cNvPr>
          <p:cNvSpPr>
            <a:spLocks xmlns:a="http://schemas.openxmlformats.org/drawingml/2006/main" noGrp="1"/>
          </p:cNvSpPr>
          <p:nvPr/>
        </p:nvSpPr>
        <p:spPr>
          <a:xfrm xmlns:a="http://schemas.openxmlformats.org/drawingml/2006/main">
            <a:off x="704850" y="2800350"/>
            <a:ext cx="666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C7D6E0"/>
                </a:solidFill>
              </a:defRPr>
            </a:defPPr>
            <a:lvl1pPr algn="l">
              <a:defRPr sz="1725" b="0">
                <a:solidFill>
                  <a:srgbClr val="C7D6E0"/>
                </a:solidFill>
              </a:defRPr>
            </a:lvl1pPr>
            <a:lvl2pPr algn="l">
              <a:defRPr sz="1725" b="0">
                <a:solidFill>
                  <a:srgbClr val="C7D6E0"/>
                </a:solidFill>
              </a:defRPr>
            </a:lvl2pPr>
            <a:lvl3pPr algn="l">
              <a:defRPr sz="1725" b="0">
                <a:solidFill>
                  <a:srgbClr val="C7D6E0"/>
                </a:solidFill>
              </a:defRPr>
            </a:lvl3pPr>
            <a:lvl4pPr algn="l">
              <a:defRPr sz="1725" b="0">
                <a:solidFill>
                  <a:srgbClr val="C7D6E0"/>
                </a:solidFill>
              </a:defRPr>
            </a:lvl4pPr>
            <a:lvl5pPr algn="l">
              <a:defRPr sz="1725" b="0">
                <a:solidFill>
                  <a:srgbClr val="C7D6E0"/>
                </a:solidFill>
              </a:defRPr>
            </a:lvl5pPr>
            <a:lvl6pPr algn="l">
              <a:defRPr sz="1725" b="0">
                <a:solidFill>
                  <a:srgbClr val="C7D6E0"/>
                </a:solidFill>
              </a:defRPr>
            </a:lvl6pPr>
            <a:lvl7pPr algn="l">
              <a:defRPr sz="1725" b="0">
                <a:solidFill>
                  <a:srgbClr val="C7D6E0"/>
                </a:solidFill>
              </a:defRPr>
            </a:lvl7pPr>
            <a:lvl8pPr algn="l">
              <a:defRPr sz="1725" b="0">
                <a:solidFill>
                  <a:srgbClr val="C7D6E0"/>
                </a:solidFill>
              </a:defRPr>
            </a:lvl8pPr>
            <a:lvl9pPr algn="l">
              <a:defRPr sz="1725" b="0">
                <a:solidFill>
                  <a:srgbClr val="C7D6E0"/>
                </a:solidFill>
              </a:defRPr>
            </a:lvl9pPr>
          </a:lstStyle>
          <a:p xmlns:a="http://schemas.openxmlformats.org/drawingml/2006/main">
            <a:pPr algn="l">
              <a:defRPr sz="1725" b="0">
                <a:solidFill>
                  <a:srgbClr val="C7D6E0"/>
                </a:solidFill>
              </a:defRPr>
            </a:pPr>
            <a:r>
              <a:rPr sz="1725" b="0">
                <a:solidFill>
                  <a:srgbClr val="C7D6E0"/>
                </a:solidFill>
              </a:rPr>
              <a:t>How machine learning separates unwanted messages from legitimate texts</a:t>
            </a:r>
          </a:p>
        </p:txBody>
      </p:sp>
      <p:sp>
        <p:nvSpPr>
          <p:cNvPr id="12" name="">
            <a:extLst xmlns:a="http://schemas.openxmlformats.org/drawingml/2006/main">
              <a:ext uri="{FF2B5EF4-FFF2-40B4-BE49-F238E27FC236}">
                <a16:creationId xmlns:a16="http://schemas.microsoft.com/office/drawing/2014/main" id="{24A651BF-59AE-49F9-B465-583A6FB7F186}"/>
              </a:ext>
            </a:extLst>
          </p:cNvPr>
          <p:cNvSpPr>
            <a:spLocks xmlns:a="http://schemas.openxmlformats.org/drawingml/2006/main" noGrp="1"/>
          </p:cNvSpPr>
          <p:nvPr/>
        </p:nvSpPr>
        <p:spPr>
          <a:xfrm xmlns:a="http://schemas.openxmlformats.org/drawingml/2006/main">
            <a:off x="704850" y="3790950"/>
            <a:ext cx="7010400" cy="0"/>
          </a:xfrm>
          <a:prstGeom xmlns:a="http://schemas.openxmlformats.org/drawingml/2006/main" prst="line">
            <a:avLst/>
          </a:prstGeom>
          <a:noFill xmlns:a="http://schemas.openxmlformats.org/drawingml/2006/main"/>
          <a:ln xmlns:a="http://schemas.openxmlformats.org/drawingml/2006/main" w="14288">
            <a:solidFill>
              <a:srgbClr val="38546A"/>
            </a:solidFill>
            <a:prstDash val="solid"/>
          </a:ln>
        </p:spPr>
      </p:sp>
      <p:sp>
        <p:nvSpPr>
          <p:cNvPr id="13" name="">
            <a:extLst xmlns:a="http://schemas.openxmlformats.org/drawingml/2006/main">
              <a:ext uri="{FF2B5EF4-FFF2-40B4-BE49-F238E27FC236}">
                <a16:creationId xmlns:a16="http://schemas.microsoft.com/office/drawing/2014/main" id="{BEF8CBCE-D5AB-46F0-AC60-F391405D8AD2}"/>
              </a:ext>
            </a:extLst>
          </p:cNvPr>
          <p:cNvSpPr>
            <a:spLocks xmlns:a="http://schemas.openxmlformats.org/drawingml/2006/main" noGrp="1"/>
          </p:cNvSpPr>
          <p:nvPr/>
        </p:nvSpPr>
        <p:spPr>
          <a:xfrm xmlns:a="http://schemas.openxmlformats.org/drawingml/2006/main">
            <a:off x="704850" y="40386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DDF4F0"/>
                </a:solidFill>
              </a:defRPr>
            </a:defPPr>
            <a:lvl1pPr algn="l">
              <a:defRPr sz="975" b="1">
                <a:solidFill>
                  <a:srgbClr val="DDF4F0"/>
                </a:solidFill>
              </a:defRPr>
            </a:lvl1pPr>
            <a:lvl2pPr algn="l">
              <a:defRPr sz="975" b="1">
                <a:solidFill>
                  <a:srgbClr val="DDF4F0"/>
                </a:solidFill>
              </a:defRPr>
            </a:lvl2pPr>
            <a:lvl3pPr algn="l">
              <a:defRPr sz="975" b="1">
                <a:solidFill>
                  <a:srgbClr val="DDF4F0"/>
                </a:solidFill>
              </a:defRPr>
            </a:lvl3pPr>
            <a:lvl4pPr algn="l">
              <a:defRPr sz="975" b="1">
                <a:solidFill>
                  <a:srgbClr val="DDF4F0"/>
                </a:solidFill>
              </a:defRPr>
            </a:lvl4pPr>
            <a:lvl5pPr algn="l">
              <a:defRPr sz="975" b="1">
                <a:solidFill>
                  <a:srgbClr val="DDF4F0"/>
                </a:solidFill>
              </a:defRPr>
            </a:lvl5pPr>
            <a:lvl6pPr algn="l">
              <a:defRPr sz="975" b="1">
                <a:solidFill>
                  <a:srgbClr val="DDF4F0"/>
                </a:solidFill>
              </a:defRPr>
            </a:lvl6pPr>
            <a:lvl7pPr algn="l">
              <a:defRPr sz="975" b="1">
                <a:solidFill>
                  <a:srgbClr val="DDF4F0"/>
                </a:solidFill>
              </a:defRPr>
            </a:lvl7pPr>
            <a:lvl8pPr algn="l">
              <a:defRPr sz="975" b="1">
                <a:solidFill>
                  <a:srgbClr val="DDF4F0"/>
                </a:solidFill>
              </a:defRPr>
            </a:lvl8pPr>
            <a:lvl9pPr algn="l">
              <a:defRPr sz="975" b="1">
                <a:solidFill>
                  <a:srgbClr val="DDF4F0"/>
                </a:solidFill>
              </a:defRPr>
            </a:lvl9pPr>
          </a:lstStyle>
          <a:p xmlns:a="http://schemas.openxmlformats.org/drawingml/2006/main">
            <a:pPr algn="l">
              <a:defRPr sz="975" b="1">
                <a:solidFill>
                  <a:srgbClr val="DDF4F0"/>
                </a:solidFill>
              </a:defRPr>
            </a:pPr>
            <a:r>
              <a:rPr sz="975" b="1">
                <a:solidFill>
                  <a:srgbClr val="DDF4F0"/>
                </a:solidFill>
              </a:rPr>
              <a:t>PRESENTED BY</a:t>
            </a:r>
          </a:p>
        </p:txBody>
      </p:sp>
      <p:sp>
        <p:nvSpPr>
          <p:cNvPr id="14" name="">
            <a:extLst xmlns:a="http://schemas.openxmlformats.org/drawingml/2006/main">
              <a:ext uri="{FF2B5EF4-FFF2-40B4-BE49-F238E27FC236}">
                <a16:creationId xmlns:a16="http://schemas.microsoft.com/office/drawing/2014/main" id="{EC2A755A-D5C9-4033-B0CC-E35E4DC52098}"/>
              </a:ext>
            </a:extLst>
          </p:cNvPr>
          <p:cNvSpPr>
            <a:spLocks xmlns:a="http://schemas.openxmlformats.org/drawingml/2006/main" noGrp="1"/>
          </p:cNvSpPr>
          <p:nvPr/>
        </p:nvSpPr>
        <p:spPr>
          <a:xfrm xmlns:a="http://schemas.openxmlformats.org/drawingml/2006/main">
            <a:off x="704850" y="43243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FFFFFF"/>
                </a:solidFill>
              </a:defRPr>
            </a:defPPr>
            <a:lvl1pPr algn="l">
              <a:defRPr sz="1875" b="1">
                <a:solidFill>
                  <a:srgbClr val="FFFFFF"/>
                </a:solidFill>
              </a:defRPr>
            </a:lvl1pPr>
            <a:lvl2pPr algn="l">
              <a:defRPr sz="1875" b="1">
                <a:solidFill>
                  <a:srgbClr val="FFFFFF"/>
                </a:solidFill>
              </a:defRPr>
            </a:lvl2pPr>
            <a:lvl3pPr algn="l">
              <a:defRPr sz="1875" b="1">
                <a:solidFill>
                  <a:srgbClr val="FFFFFF"/>
                </a:solidFill>
              </a:defRPr>
            </a:lvl3pPr>
            <a:lvl4pPr algn="l">
              <a:defRPr sz="1875" b="1">
                <a:solidFill>
                  <a:srgbClr val="FFFFFF"/>
                </a:solidFill>
              </a:defRPr>
            </a:lvl4pPr>
            <a:lvl5pPr algn="l">
              <a:defRPr sz="1875" b="1">
                <a:solidFill>
                  <a:srgbClr val="FFFFFF"/>
                </a:solidFill>
              </a:defRPr>
            </a:lvl5pPr>
            <a:lvl6pPr algn="l">
              <a:defRPr sz="1875" b="1">
                <a:solidFill>
                  <a:srgbClr val="FFFFFF"/>
                </a:solidFill>
              </a:defRPr>
            </a:lvl6pPr>
            <a:lvl7pPr algn="l">
              <a:defRPr sz="1875" b="1">
                <a:solidFill>
                  <a:srgbClr val="FFFFFF"/>
                </a:solidFill>
              </a:defRPr>
            </a:lvl7pPr>
            <a:lvl8pPr algn="l">
              <a:defRPr sz="1875" b="1">
                <a:solidFill>
                  <a:srgbClr val="FFFFFF"/>
                </a:solidFill>
              </a:defRPr>
            </a:lvl8pPr>
            <a:lvl9pPr algn="l">
              <a:defRPr sz="1875" b="1">
                <a:solidFill>
                  <a:srgbClr val="FFFFFF"/>
                </a:solidFill>
              </a:defRPr>
            </a:lvl9pPr>
          </a:lstStyle>
          <a:p xmlns:a="http://schemas.openxmlformats.org/drawingml/2006/main">
            <a:pPr algn="l">
              <a:defRPr sz="1875" b="1">
                <a:solidFill>
                  <a:srgbClr val="FFFFFF"/>
                </a:solidFill>
              </a:defRPr>
            </a:pPr>
            <a:r>
              <a:rPr sz="1875" b="1">
                <a:solidFill>
                  <a:srgbClr val="FFFFFF"/>
                </a:solidFill>
              </a:rPr>
              <a:t>Shikhar Aasal</a:t>
            </a:r>
          </a:p>
        </p:txBody>
      </p:sp>
      <p:sp>
        <p:nvSpPr>
          <p:cNvPr id="15" name="">
            <a:extLst xmlns:a="http://schemas.openxmlformats.org/drawingml/2006/main">
              <a:ext uri="{FF2B5EF4-FFF2-40B4-BE49-F238E27FC236}">
                <a16:creationId xmlns:a16="http://schemas.microsoft.com/office/drawing/2014/main" id="{551A4F1E-DA43-451E-8C38-2F653EB99699}"/>
              </a:ext>
            </a:extLst>
          </p:cNvPr>
          <p:cNvSpPr>
            <a:spLocks xmlns:a="http://schemas.openxmlformats.org/drawingml/2006/main" noGrp="1"/>
          </p:cNvSpPr>
          <p:nvPr/>
        </p:nvSpPr>
        <p:spPr>
          <a:xfrm xmlns:a="http://schemas.openxmlformats.org/drawingml/2006/main">
            <a:off x="704850" y="470535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C7D6E0"/>
                </a:solidFill>
              </a:defRPr>
            </a:defPPr>
            <a:lvl1pPr algn="l">
              <a:defRPr sz="1200" b="0">
                <a:solidFill>
                  <a:srgbClr val="C7D6E0"/>
                </a:solidFill>
              </a:defRPr>
            </a:lvl1pPr>
            <a:lvl2pPr algn="l">
              <a:defRPr sz="1200" b="0">
                <a:solidFill>
                  <a:srgbClr val="C7D6E0"/>
                </a:solidFill>
              </a:defRPr>
            </a:lvl2pPr>
            <a:lvl3pPr algn="l">
              <a:defRPr sz="1200" b="0">
                <a:solidFill>
                  <a:srgbClr val="C7D6E0"/>
                </a:solidFill>
              </a:defRPr>
            </a:lvl3pPr>
            <a:lvl4pPr algn="l">
              <a:defRPr sz="1200" b="0">
                <a:solidFill>
                  <a:srgbClr val="C7D6E0"/>
                </a:solidFill>
              </a:defRPr>
            </a:lvl4pPr>
            <a:lvl5pPr algn="l">
              <a:defRPr sz="1200" b="0">
                <a:solidFill>
                  <a:srgbClr val="C7D6E0"/>
                </a:solidFill>
              </a:defRPr>
            </a:lvl5pPr>
            <a:lvl6pPr algn="l">
              <a:defRPr sz="1200" b="0">
                <a:solidFill>
                  <a:srgbClr val="C7D6E0"/>
                </a:solidFill>
              </a:defRPr>
            </a:lvl6pPr>
            <a:lvl7pPr algn="l">
              <a:defRPr sz="1200" b="0">
                <a:solidFill>
                  <a:srgbClr val="C7D6E0"/>
                </a:solidFill>
              </a:defRPr>
            </a:lvl7pPr>
            <a:lvl8pPr algn="l">
              <a:defRPr sz="1200" b="0">
                <a:solidFill>
                  <a:srgbClr val="C7D6E0"/>
                </a:solidFill>
              </a:defRPr>
            </a:lvl8pPr>
            <a:lvl9pPr algn="l">
              <a:defRPr sz="1200" b="0">
                <a:solidFill>
                  <a:srgbClr val="C7D6E0"/>
                </a:solidFill>
              </a:defRPr>
            </a:lvl9pPr>
          </a:lstStyle>
          <a:p xmlns:a="http://schemas.openxmlformats.org/drawingml/2006/main">
            <a:pPr algn="l">
              <a:defRPr sz="1200" b="0">
                <a:solidFill>
                  <a:srgbClr val="C7D6E0"/>
                </a:solidFill>
              </a:defRPr>
            </a:pPr>
            <a:r>
              <a:rPr sz="1200" b="0">
                <a:solidFill>
                  <a:srgbClr val="C7D6E0"/>
                </a:solidFill>
              </a:rPr>
              <a:t>UID  26BDA70036     •     SECTION  BDS-111 (A)</a:t>
            </a:r>
          </a:p>
        </p:txBody>
      </p:sp>
      <p:sp>
        <p:nvSpPr>
          <p:cNvPr id="16" name="">
            <a:extLst xmlns:a="http://schemas.openxmlformats.org/drawingml/2006/main">
              <a:ext uri="{FF2B5EF4-FFF2-40B4-BE49-F238E27FC236}">
                <a16:creationId xmlns:a16="http://schemas.microsoft.com/office/drawing/2014/main" id="{C4ACBFD0-081F-47C8-9B82-95DB8B7A273B}"/>
              </a:ext>
            </a:extLst>
          </p:cNvPr>
          <p:cNvSpPr>
            <a:spLocks xmlns:a="http://schemas.openxmlformats.org/drawingml/2006/main" noGrp="1"/>
          </p:cNvSpPr>
          <p:nvPr/>
        </p:nvSpPr>
        <p:spPr>
          <a:xfrm xmlns:a="http://schemas.openxmlformats.org/drawingml/2006/main">
            <a:off x="704850" y="4991100"/>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C7D6E0"/>
                </a:solidFill>
              </a:defRPr>
            </a:defPPr>
            <a:lvl1pPr algn="l">
              <a:defRPr sz="1200" b="0">
                <a:solidFill>
                  <a:srgbClr val="C7D6E0"/>
                </a:solidFill>
              </a:defRPr>
            </a:lvl1pPr>
            <a:lvl2pPr algn="l">
              <a:defRPr sz="1200" b="0">
                <a:solidFill>
                  <a:srgbClr val="C7D6E0"/>
                </a:solidFill>
              </a:defRPr>
            </a:lvl2pPr>
            <a:lvl3pPr algn="l">
              <a:defRPr sz="1200" b="0">
                <a:solidFill>
                  <a:srgbClr val="C7D6E0"/>
                </a:solidFill>
              </a:defRPr>
            </a:lvl3pPr>
            <a:lvl4pPr algn="l">
              <a:defRPr sz="1200" b="0">
                <a:solidFill>
                  <a:srgbClr val="C7D6E0"/>
                </a:solidFill>
              </a:defRPr>
            </a:lvl4pPr>
            <a:lvl5pPr algn="l">
              <a:defRPr sz="1200" b="0">
                <a:solidFill>
                  <a:srgbClr val="C7D6E0"/>
                </a:solidFill>
              </a:defRPr>
            </a:lvl5pPr>
            <a:lvl6pPr algn="l">
              <a:defRPr sz="1200" b="0">
                <a:solidFill>
                  <a:srgbClr val="C7D6E0"/>
                </a:solidFill>
              </a:defRPr>
            </a:lvl6pPr>
            <a:lvl7pPr algn="l">
              <a:defRPr sz="1200" b="0">
                <a:solidFill>
                  <a:srgbClr val="C7D6E0"/>
                </a:solidFill>
              </a:defRPr>
            </a:lvl7pPr>
            <a:lvl8pPr algn="l">
              <a:defRPr sz="1200" b="0">
                <a:solidFill>
                  <a:srgbClr val="C7D6E0"/>
                </a:solidFill>
              </a:defRPr>
            </a:lvl8pPr>
            <a:lvl9pPr algn="l">
              <a:defRPr sz="1200" b="0">
                <a:solidFill>
                  <a:srgbClr val="C7D6E0"/>
                </a:solidFill>
              </a:defRPr>
            </a:lvl9pPr>
          </a:lstStyle>
          <a:p xmlns:a="http://schemas.openxmlformats.org/drawingml/2006/main">
            <a:pPr algn="l">
              <a:defRPr sz="1200" b="0">
                <a:solidFill>
                  <a:srgbClr val="C7D6E0"/>
                </a:solidFill>
              </a:defRPr>
            </a:pPr>
            <a:r>
              <a:rPr sz="1200" b="0">
                <a:solidFill>
                  <a:srgbClr val="C7D6E0"/>
                </a:solidFill>
              </a:rPr>
              <a:t>SUBJECT  AI Applications</a:t>
            </a:r>
          </a:p>
        </p:txBody>
      </p:sp>
      <p:sp>
        <p:nvSpPr>
          <p:cNvPr id="17" name="">
            <a:extLst xmlns:a="http://schemas.openxmlformats.org/drawingml/2006/main">
              <a:ext uri="{FF2B5EF4-FFF2-40B4-BE49-F238E27FC236}">
                <a16:creationId xmlns:a16="http://schemas.microsoft.com/office/drawing/2014/main" id="{DE084AA8-0072-4F86-AC17-EBDD4269EEE2}"/>
              </a:ext>
            </a:extLst>
          </p:cNvPr>
          <p:cNvSpPr>
            <a:spLocks xmlns:a="http://schemas.openxmlformats.org/drawingml/2006/main" noGrp="1"/>
          </p:cNvSpPr>
          <p:nvPr/>
        </p:nvSpPr>
        <p:spPr>
          <a:xfrm xmlns:a="http://schemas.openxmlformats.org/drawingml/2006/main">
            <a:off x="8001000" y="4724400"/>
            <a:ext cx="3505200" cy="1400175"/>
          </a:xfrm>
          <a:prstGeom xmlns:a="http://schemas.openxmlformats.org/drawingml/2006/main" prst="roundRect">
            <a:avLst>
              <a:gd name="adj" fmla="val 5442"/>
            </a:avLst>
          </a:prstGeom>
          <a:solidFill xmlns:a="http://schemas.openxmlformats.org/drawingml/2006/main">
            <a:srgbClr val="18375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C0560BB-4168-462A-BA82-57BB94A0699A}"/>
              </a:ext>
            </a:extLst>
          </p:cNvPr>
          <p:cNvSpPr>
            <a:spLocks xmlns:a="http://schemas.openxmlformats.org/drawingml/2006/main" noGrp="1"/>
          </p:cNvSpPr>
          <p:nvPr/>
        </p:nvSpPr>
        <p:spPr>
          <a:xfrm xmlns:a="http://schemas.openxmlformats.org/drawingml/2006/main">
            <a:off x="8229600" y="488632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2B84B"/>
                </a:solidFill>
              </a:defRPr>
            </a:defPPr>
            <a:lvl1pPr algn="l">
              <a:defRPr sz="975" b="1">
                <a:solidFill>
                  <a:srgbClr val="F2B84B"/>
                </a:solidFill>
              </a:defRPr>
            </a:lvl1pPr>
            <a:lvl2pPr algn="l">
              <a:defRPr sz="975" b="1">
                <a:solidFill>
                  <a:srgbClr val="F2B84B"/>
                </a:solidFill>
              </a:defRPr>
            </a:lvl2pPr>
            <a:lvl3pPr algn="l">
              <a:defRPr sz="975" b="1">
                <a:solidFill>
                  <a:srgbClr val="F2B84B"/>
                </a:solidFill>
              </a:defRPr>
            </a:lvl3pPr>
            <a:lvl4pPr algn="l">
              <a:defRPr sz="975" b="1">
                <a:solidFill>
                  <a:srgbClr val="F2B84B"/>
                </a:solidFill>
              </a:defRPr>
            </a:lvl4pPr>
            <a:lvl5pPr algn="l">
              <a:defRPr sz="975" b="1">
                <a:solidFill>
                  <a:srgbClr val="F2B84B"/>
                </a:solidFill>
              </a:defRPr>
            </a:lvl5pPr>
            <a:lvl6pPr algn="l">
              <a:defRPr sz="975" b="1">
                <a:solidFill>
                  <a:srgbClr val="F2B84B"/>
                </a:solidFill>
              </a:defRPr>
            </a:lvl6pPr>
            <a:lvl7pPr algn="l">
              <a:defRPr sz="975" b="1">
                <a:solidFill>
                  <a:srgbClr val="F2B84B"/>
                </a:solidFill>
              </a:defRPr>
            </a:lvl7pPr>
            <a:lvl8pPr algn="l">
              <a:defRPr sz="975" b="1">
                <a:solidFill>
                  <a:srgbClr val="F2B84B"/>
                </a:solidFill>
              </a:defRPr>
            </a:lvl8pPr>
            <a:lvl9pPr algn="l">
              <a:defRPr sz="975" b="1">
                <a:solidFill>
                  <a:srgbClr val="F2B84B"/>
                </a:solidFill>
              </a:defRPr>
            </a:lvl9pPr>
          </a:lstStyle>
          <a:p xmlns:a="http://schemas.openxmlformats.org/drawingml/2006/main">
            <a:pPr algn="l">
              <a:defRPr sz="975" b="1">
                <a:solidFill>
                  <a:srgbClr val="F2B84B"/>
                </a:solidFill>
              </a:defRPr>
            </a:pPr>
            <a:r>
              <a:rPr sz="975" b="1">
                <a:solidFill>
                  <a:srgbClr val="F2B84B"/>
                </a:solidFill>
              </a:rPr>
              <a:t>INDEX</a:t>
            </a:r>
          </a:p>
        </p:txBody>
      </p:sp>
      <p:sp>
        <p:nvSpPr>
          <p:cNvPr id="19" name="">
            <a:extLst xmlns:a="http://schemas.openxmlformats.org/drawingml/2006/main">
              <a:ext uri="{FF2B5EF4-FFF2-40B4-BE49-F238E27FC236}">
                <a16:creationId xmlns:a16="http://schemas.microsoft.com/office/drawing/2014/main" id="{A08A8D8B-E4E1-4886-9AA9-DB55B587BF7C}"/>
              </a:ext>
            </a:extLst>
          </p:cNvPr>
          <p:cNvSpPr>
            <a:spLocks xmlns:a="http://schemas.openxmlformats.org/drawingml/2006/main" noGrp="1"/>
          </p:cNvSpPr>
          <p:nvPr/>
        </p:nvSpPr>
        <p:spPr>
          <a:xfrm xmlns:a="http://schemas.openxmlformats.org/drawingml/2006/main">
            <a:off x="8229600" y="5181600"/>
            <a:ext cx="30289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FFFFFF"/>
                </a:solidFill>
              </a:defRPr>
            </a:defPPr>
            <a:lvl1pPr algn="l">
              <a:defRPr sz="1200" b="0">
                <a:solidFill>
                  <a:srgbClr val="FFFFFF"/>
                </a:solidFill>
              </a:defRPr>
            </a:lvl1pPr>
            <a:lvl2pPr algn="l">
              <a:defRPr sz="1200" b="0">
                <a:solidFill>
                  <a:srgbClr val="FFFFFF"/>
                </a:solidFill>
              </a:defRPr>
            </a:lvl2pPr>
            <a:lvl3pPr algn="l">
              <a:defRPr sz="1200" b="0">
                <a:solidFill>
                  <a:srgbClr val="FFFFFF"/>
                </a:solidFill>
              </a:defRPr>
            </a:lvl3pPr>
            <a:lvl4pPr algn="l">
              <a:defRPr sz="1200" b="0">
                <a:solidFill>
                  <a:srgbClr val="FFFFFF"/>
                </a:solidFill>
              </a:defRPr>
            </a:lvl4pPr>
            <a:lvl5pPr algn="l">
              <a:defRPr sz="1200" b="0">
                <a:solidFill>
                  <a:srgbClr val="FFFFFF"/>
                </a:solidFill>
              </a:defRPr>
            </a:lvl5pPr>
            <a:lvl6pPr algn="l">
              <a:defRPr sz="1200" b="0">
                <a:solidFill>
                  <a:srgbClr val="FFFFFF"/>
                </a:solidFill>
              </a:defRPr>
            </a:lvl6pPr>
            <a:lvl7pPr algn="l">
              <a:defRPr sz="1200" b="0">
                <a:solidFill>
                  <a:srgbClr val="FFFFFF"/>
                </a:solidFill>
              </a:defRPr>
            </a:lvl7pPr>
            <a:lvl8pPr algn="l">
              <a:defRPr sz="1200" b="0">
                <a:solidFill>
                  <a:srgbClr val="FFFFFF"/>
                </a:solidFill>
              </a:defRPr>
            </a:lvl8pPr>
            <a:lvl9pPr algn="l">
              <a:defRPr sz="1200" b="0">
                <a:solidFill>
                  <a:srgbClr val="FFFFFF"/>
                </a:solidFill>
              </a:defRPr>
            </a:lvl9pPr>
          </a:lstStyle>
          <a:p xmlns:a="http://schemas.openxmlformats.org/drawingml/2006/main">
            <a:pPr algn="l">
              <a:lnSpc>
                <a:spcPct val="118000"/>
              </a:lnSpc>
              <a:buNone/>
              <a:defRPr sz="1200" b="0">
                <a:solidFill>
                  <a:srgbClr val="FFFFFF"/>
                </a:solidFill>
              </a:defRPr>
            </a:pPr>
            <a:r>
              <a:rPr sz="1200" b="0">
                <a:solidFill>
                  <a:srgbClr val="FFFFFF"/>
                </a:solidFill>
              </a:rPr>
              <a:t>01  Problem &amp; dataset     02  Learning workflow</a:t>
            </a:r>
          </a:p>
          <a:p xmlns:a="http://schemas.openxmlformats.org/drawingml/2006/main">
            <a:pPr algn="l">
              <a:lnSpc>
                <a:spcPct val="118000"/>
              </a:lnSpc>
              <a:buNone/>
              <a:defRPr sz="1200" b="0">
                <a:solidFill>
                  <a:srgbClr val="FFFFFF"/>
                </a:solidFill>
              </a:defRPr>
            </a:pPr>
            <a:r>
              <a:rPr sz="1200" b="0">
                <a:solidFill>
                  <a:srgbClr val="FFFFFF"/>
                </a:solidFill>
              </a:rPr>
              <a:t>03  Text features                 04  Models &amp; evaluation</a:t>
            </a:r>
          </a:p>
          <a:p xmlns:a="http://schemas.openxmlformats.org/drawingml/2006/main">
            <a:pPr algn="l">
              <a:lnSpc>
                <a:spcPct val="118000"/>
              </a:lnSpc>
              <a:buNone/>
              <a:defRPr sz="1200" b="0">
                <a:solidFill>
                  <a:srgbClr val="FFFFFF"/>
                </a:solidFill>
              </a:defRPr>
            </a:pPr>
            <a:r>
              <a:rPr sz="1200" b="0">
                <a:solidFill>
                  <a:srgbClr val="FFFFFF"/>
                </a:solidFill>
              </a:rPr>
              <a:t>05  Demo, limits &amp; use</a:t>
            </a:r>
          </a:p>
        </p:txBody>
      </p:sp>
      <p:sp>
        <p:nvSpPr>
          <p:cNvPr id="20" name="">
            <a:extLst xmlns:a="http://schemas.openxmlformats.org/drawingml/2006/main">
              <a:ext uri="{FF2B5EF4-FFF2-40B4-BE49-F238E27FC236}">
                <a16:creationId xmlns:a16="http://schemas.microsoft.com/office/drawing/2014/main" id="{C35A034C-768F-43DC-8085-2D40ABB92EB7}"/>
              </a:ext>
            </a:extLst>
          </p:cNvPr>
          <p:cNvSpPr>
            <a:spLocks xmlns:a="http://schemas.openxmlformats.org/drawingml/2006/main" noGrp="1"/>
          </p:cNvSpPr>
          <p:nvPr/>
        </p:nvSpPr>
        <p:spPr>
          <a:xfrm xmlns:a="http://schemas.openxmlformats.org/drawingml/2006/main">
            <a:off x="704850" y="62103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00" b="1">
                <a:solidFill>
                  <a:srgbClr val="91A9BA"/>
                </a:solidFill>
              </a:defRPr>
            </a:defPPr>
            <a:lvl1pPr algn="l">
              <a:defRPr sz="900" b="1">
                <a:solidFill>
                  <a:srgbClr val="91A9BA"/>
                </a:solidFill>
              </a:defRPr>
            </a:lvl1pPr>
            <a:lvl2pPr algn="l">
              <a:defRPr sz="900" b="1">
                <a:solidFill>
                  <a:srgbClr val="91A9BA"/>
                </a:solidFill>
              </a:defRPr>
            </a:lvl2pPr>
            <a:lvl3pPr algn="l">
              <a:defRPr sz="900" b="1">
                <a:solidFill>
                  <a:srgbClr val="91A9BA"/>
                </a:solidFill>
              </a:defRPr>
            </a:lvl3pPr>
            <a:lvl4pPr algn="l">
              <a:defRPr sz="900" b="1">
                <a:solidFill>
                  <a:srgbClr val="91A9BA"/>
                </a:solidFill>
              </a:defRPr>
            </a:lvl4pPr>
            <a:lvl5pPr algn="l">
              <a:defRPr sz="900" b="1">
                <a:solidFill>
                  <a:srgbClr val="91A9BA"/>
                </a:solidFill>
              </a:defRPr>
            </a:lvl5pPr>
            <a:lvl6pPr algn="l">
              <a:defRPr sz="900" b="1">
                <a:solidFill>
                  <a:srgbClr val="91A9BA"/>
                </a:solidFill>
              </a:defRPr>
            </a:lvl6pPr>
            <a:lvl7pPr algn="l">
              <a:defRPr sz="900" b="1">
                <a:solidFill>
                  <a:srgbClr val="91A9BA"/>
                </a:solidFill>
              </a:defRPr>
            </a:lvl7pPr>
            <a:lvl8pPr algn="l">
              <a:defRPr sz="900" b="1">
                <a:solidFill>
                  <a:srgbClr val="91A9BA"/>
                </a:solidFill>
              </a:defRPr>
            </a:lvl8pPr>
            <a:lvl9pPr algn="l">
              <a:defRPr sz="900" b="1">
                <a:solidFill>
                  <a:srgbClr val="91A9BA"/>
                </a:solidFill>
              </a:defRPr>
            </a:lvl9pPr>
          </a:lstStyle>
          <a:p xmlns:a="http://schemas.openxmlformats.org/drawingml/2006/main">
            <a:pPr algn="l">
              <a:defRPr sz="900" b="1">
                <a:solidFill>
                  <a:srgbClr val="91A9BA"/>
                </a:solidFill>
              </a:defRPr>
            </a:pPr>
            <a:r>
              <a:rPr sz="900" b="1">
                <a:solidFill>
                  <a:srgbClr val="91A9BA"/>
                </a:solidFill>
              </a:rPr>
              <a:t>CLASS PRESENTATION  •  8 SLIDES</a:t>
            </a:r>
          </a:p>
        </p:txBody>
      </p:sp>
    </p:spTree>
    <p:extLst>
      <p:ext uri="{BB962C8B-B14F-4D97-AF65-F5344CB8AC3E}">
        <p14:creationId xmlns:p14="http://schemas.microsoft.com/office/powerpoint/2010/main" val="1125179348"/>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F7F819D-FAA5-4F2E-A357-59A0C5D0AED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C9A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1EDD9C-DAFB-433C-BD31-D6B25A634D62}"/>
              </a:ext>
            </a:extLst>
          </p:cNvPr>
          <p:cNvSpPr>
            <a:spLocks xmlns:a="http://schemas.openxmlformats.org/drawingml/2006/main" noGrp="1"/>
          </p:cNvSpPr>
          <p:nvPr/>
        </p:nvSpPr>
        <p:spPr>
          <a:xfrm xmlns:a="http://schemas.openxmlformats.org/drawingml/2006/main">
            <a:off x="628650" y="3619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0243A"/>
                </a:solidFill>
              </a:defRPr>
            </a:defPPr>
            <a:lvl1pPr algn="l">
              <a:defRPr sz="2550" b="1">
                <a:solidFill>
                  <a:srgbClr val="10243A"/>
                </a:solidFill>
              </a:defRPr>
            </a:lvl1pPr>
            <a:lvl2pPr algn="l">
              <a:defRPr sz="2550" b="1">
                <a:solidFill>
                  <a:srgbClr val="10243A"/>
                </a:solidFill>
              </a:defRPr>
            </a:lvl2pPr>
            <a:lvl3pPr algn="l">
              <a:defRPr sz="2550" b="1">
                <a:solidFill>
                  <a:srgbClr val="10243A"/>
                </a:solidFill>
              </a:defRPr>
            </a:lvl3pPr>
            <a:lvl4pPr algn="l">
              <a:defRPr sz="2550" b="1">
                <a:solidFill>
                  <a:srgbClr val="10243A"/>
                </a:solidFill>
              </a:defRPr>
            </a:lvl4pPr>
            <a:lvl5pPr algn="l">
              <a:defRPr sz="2550" b="1">
                <a:solidFill>
                  <a:srgbClr val="10243A"/>
                </a:solidFill>
              </a:defRPr>
            </a:lvl5pPr>
            <a:lvl6pPr algn="l">
              <a:defRPr sz="2550" b="1">
                <a:solidFill>
                  <a:srgbClr val="10243A"/>
                </a:solidFill>
              </a:defRPr>
            </a:lvl6pPr>
            <a:lvl7pPr algn="l">
              <a:defRPr sz="2550" b="1">
                <a:solidFill>
                  <a:srgbClr val="10243A"/>
                </a:solidFill>
              </a:defRPr>
            </a:lvl7pPr>
            <a:lvl8pPr algn="l">
              <a:defRPr sz="2550" b="1">
                <a:solidFill>
                  <a:srgbClr val="10243A"/>
                </a:solidFill>
              </a:defRPr>
            </a:lvl8pPr>
            <a:lvl9pPr algn="l">
              <a:defRPr sz="2550" b="1">
                <a:solidFill>
                  <a:srgbClr val="10243A"/>
                </a:solidFill>
              </a:defRPr>
            </a:lvl9pPr>
          </a:lstStyle>
          <a:p xmlns:a="http://schemas.openxmlformats.org/drawingml/2006/main">
            <a:pPr algn="l">
              <a:defRPr sz="2550" b="1">
                <a:solidFill>
                  <a:srgbClr val="10243A"/>
                </a:solidFill>
              </a:defRPr>
            </a:pPr>
            <a:r>
              <a:rPr sz="2550" b="1">
                <a:solidFill>
                  <a:srgbClr val="10243A"/>
                </a:solidFill>
              </a:rPr>
              <a:t>The problem and the dataset</a:t>
            </a:r>
          </a:p>
        </p:txBody>
      </p:sp>
      <p:sp>
        <p:nvSpPr>
          <p:cNvPr id="3" name="">
            <a:extLst xmlns:a="http://schemas.openxmlformats.org/drawingml/2006/main">
              <a:ext uri="{FF2B5EF4-FFF2-40B4-BE49-F238E27FC236}">
                <a16:creationId xmlns:a16="http://schemas.microsoft.com/office/drawing/2014/main" id="{3540EE1C-3747-4EC7-9D76-BF687F6FCAC4}"/>
              </a:ext>
            </a:extLst>
          </p:cNvPr>
          <p:cNvSpPr>
            <a:spLocks xmlns:a="http://schemas.openxmlformats.org/drawingml/2006/main" noGrp="1"/>
          </p:cNvSpPr>
          <p:nvPr/>
        </p:nvSpPr>
        <p:spPr>
          <a:xfrm xmlns:a="http://schemas.openxmlformats.org/drawingml/2006/main">
            <a:off x="628650" y="981075"/>
            <a:ext cx="10934700" cy="0"/>
          </a:xfrm>
          <a:prstGeom xmlns:a="http://schemas.openxmlformats.org/drawingml/2006/main" prst="line">
            <a:avLst/>
          </a:prstGeom>
          <a:noFill xmlns:a="http://schemas.openxmlformats.org/drawingml/2006/main"/>
          <a:ln xmlns:a="http://schemas.openxmlformats.org/drawingml/2006/main" w="12383">
            <a:solidFill>
              <a:srgbClr val="D9E3E9"/>
            </a:solidFill>
            <a:prstDash val="solid"/>
          </a:ln>
        </p:spPr>
      </p:sp>
      <p:sp>
        <p:nvSpPr>
          <p:cNvPr id="4" name="">
            <a:extLst xmlns:a="http://schemas.openxmlformats.org/drawingml/2006/main">
              <a:ext uri="{FF2B5EF4-FFF2-40B4-BE49-F238E27FC236}">
                <a16:creationId xmlns:a16="http://schemas.microsoft.com/office/drawing/2014/main" id="{3ADFE497-26F5-405E-8B96-4927165B1C1C}"/>
              </a:ext>
            </a:extLst>
          </p:cNvPr>
          <p:cNvSpPr>
            <a:spLocks xmlns:a="http://schemas.openxmlformats.org/drawingml/2006/main" noGrp="1"/>
          </p:cNvSpPr>
          <p:nvPr/>
        </p:nvSpPr>
        <p:spPr>
          <a:xfrm xmlns:a="http://schemas.openxmlformats.org/drawingml/2006/main">
            <a:off x="628650" y="6448425"/>
            <a:ext cx="923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00" b="1">
                <a:solidFill>
                  <a:srgbClr val="587087"/>
                </a:solidFill>
              </a:defRPr>
            </a:defPPr>
            <a:lvl1pPr algn="l">
              <a:defRPr sz="900" b="1">
                <a:solidFill>
                  <a:srgbClr val="587087"/>
                </a:solidFill>
              </a:defRPr>
            </a:lvl1pPr>
            <a:lvl2pPr algn="l">
              <a:defRPr sz="900" b="1">
                <a:solidFill>
                  <a:srgbClr val="587087"/>
                </a:solidFill>
              </a:defRPr>
            </a:lvl2pPr>
            <a:lvl3pPr algn="l">
              <a:defRPr sz="900" b="1">
                <a:solidFill>
                  <a:srgbClr val="587087"/>
                </a:solidFill>
              </a:defRPr>
            </a:lvl3pPr>
            <a:lvl4pPr algn="l">
              <a:defRPr sz="900" b="1">
                <a:solidFill>
                  <a:srgbClr val="587087"/>
                </a:solidFill>
              </a:defRPr>
            </a:lvl4pPr>
            <a:lvl5pPr algn="l">
              <a:defRPr sz="900" b="1">
                <a:solidFill>
                  <a:srgbClr val="587087"/>
                </a:solidFill>
              </a:defRPr>
            </a:lvl5pPr>
            <a:lvl6pPr algn="l">
              <a:defRPr sz="900" b="1">
                <a:solidFill>
                  <a:srgbClr val="587087"/>
                </a:solidFill>
              </a:defRPr>
            </a:lvl6pPr>
            <a:lvl7pPr algn="l">
              <a:defRPr sz="900" b="1">
                <a:solidFill>
                  <a:srgbClr val="587087"/>
                </a:solidFill>
              </a:defRPr>
            </a:lvl7pPr>
            <a:lvl8pPr algn="l">
              <a:defRPr sz="900" b="1">
                <a:solidFill>
                  <a:srgbClr val="587087"/>
                </a:solidFill>
              </a:defRPr>
            </a:lvl8pPr>
            <a:lvl9pPr algn="l">
              <a:defRPr sz="900" b="1">
                <a:solidFill>
                  <a:srgbClr val="587087"/>
                </a:solidFill>
              </a:defRPr>
            </a:lvl9pPr>
          </a:lstStyle>
          <a:p xmlns:a="http://schemas.openxmlformats.org/drawingml/2006/main">
            <a:pPr algn="l">
              <a:defRPr sz="900" b="1">
                <a:solidFill>
                  <a:srgbClr val="587087"/>
                </a:solidFill>
              </a:defRPr>
            </a:pPr>
            <a:r>
              <a:rPr sz="900" b="1">
                <a:solidFill>
                  <a:srgbClr val="587087"/>
                </a:solidFill>
              </a:rPr>
              <a:t>SHIKHAR AASAL  •  26BDA70036  •  BDS-111 (A)  •  AI APPLICATIONS</a:t>
            </a:r>
          </a:p>
        </p:txBody>
      </p:sp>
      <p:sp>
        <p:nvSpPr>
          <p:cNvPr id="5" name="">
            <a:extLst xmlns:a="http://schemas.openxmlformats.org/drawingml/2006/main">
              <a:ext uri="{FF2B5EF4-FFF2-40B4-BE49-F238E27FC236}">
                <a16:creationId xmlns:a16="http://schemas.microsoft.com/office/drawing/2014/main" id="{3937816A-6C3A-4E9E-B623-83D77A59502E}"/>
              </a:ext>
            </a:extLst>
          </p:cNvPr>
          <p:cNvSpPr>
            <a:spLocks xmlns:a="http://schemas.openxmlformats.org/drawingml/2006/main" noGrp="1"/>
          </p:cNvSpPr>
          <p:nvPr/>
        </p:nvSpPr>
        <p:spPr>
          <a:xfrm xmlns:a="http://schemas.openxmlformats.org/drawingml/2006/main">
            <a:off x="11144250" y="640080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1C9A91"/>
                </a:solidFill>
              </a:defRPr>
            </a:defPPr>
            <a:lvl1pPr algn="r">
              <a:defRPr sz="1125" b="1">
                <a:solidFill>
                  <a:srgbClr val="1C9A91"/>
                </a:solidFill>
              </a:defRPr>
            </a:lvl1pPr>
            <a:lvl2pPr algn="r">
              <a:defRPr sz="1125" b="1">
                <a:solidFill>
                  <a:srgbClr val="1C9A91"/>
                </a:solidFill>
              </a:defRPr>
            </a:lvl2pPr>
            <a:lvl3pPr algn="r">
              <a:defRPr sz="1125" b="1">
                <a:solidFill>
                  <a:srgbClr val="1C9A91"/>
                </a:solidFill>
              </a:defRPr>
            </a:lvl3pPr>
            <a:lvl4pPr algn="r">
              <a:defRPr sz="1125" b="1">
                <a:solidFill>
                  <a:srgbClr val="1C9A91"/>
                </a:solidFill>
              </a:defRPr>
            </a:lvl4pPr>
            <a:lvl5pPr algn="r">
              <a:defRPr sz="1125" b="1">
                <a:solidFill>
                  <a:srgbClr val="1C9A91"/>
                </a:solidFill>
              </a:defRPr>
            </a:lvl5pPr>
            <a:lvl6pPr algn="r">
              <a:defRPr sz="1125" b="1">
                <a:solidFill>
                  <a:srgbClr val="1C9A91"/>
                </a:solidFill>
              </a:defRPr>
            </a:lvl6pPr>
            <a:lvl7pPr algn="r">
              <a:defRPr sz="1125" b="1">
                <a:solidFill>
                  <a:srgbClr val="1C9A91"/>
                </a:solidFill>
              </a:defRPr>
            </a:lvl7pPr>
            <a:lvl8pPr algn="r">
              <a:defRPr sz="1125" b="1">
                <a:solidFill>
                  <a:srgbClr val="1C9A91"/>
                </a:solidFill>
              </a:defRPr>
            </a:lvl8pPr>
            <a:lvl9pPr algn="r">
              <a:defRPr sz="1125" b="1">
                <a:solidFill>
                  <a:srgbClr val="1C9A91"/>
                </a:solidFill>
              </a:defRPr>
            </a:lvl9pPr>
          </a:lstStyle>
          <a:p xmlns:a="http://schemas.openxmlformats.org/drawingml/2006/main">
            <a:pPr algn="r">
              <a:defRPr sz="1125" b="1">
                <a:solidFill>
                  <a:srgbClr val="1C9A91"/>
                </a:solidFill>
              </a:defRPr>
            </a:pPr>
            <a:r>
              <a:rPr sz="1125" b="1">
                <a:solidFill>
                  <a:srgbClr val="1C9A91"/>
                </a:solidFill>
              </a:rPr>
              <a:t>02</a:t>
            </a:r>
          </a:p>
        </p:txBody>
      </p:sp>
      <p:sp>
        <p:nvSpPr>
          <p:cNvPr id="6" name="">
            <a:extLst xmlns:a="http://schemas.openxmlformats.org/drawingml/2006/main">
              <a:ext uri="{FF2B5EF4-FFF2-40B4-BE49-F238E27FC236}">
                <a16:creationId xmlns:a16="http://schemas.microsoft.com/office/drawing/2014/main" id="{6EE8780C-8534-4E47-8C1C-83D303196FDF}"/>
              </a:ext>
            </a:extLst>
          </p:cNvPr>
          <p:cNvSpPr>
            <a:spLocks xmlns:a="http://schemas.openxmlformats.org/drawingml/2006/main" noGrp="1"/>
          </p:cNvSpPr>
          <p:nvPr/>
        </p:nvSpPr>
        <p:spPr>
          <a:xfrm xmlns:a="http://schemas.openxmlformats.org/drawingml/2006/main">
            <a:off x="666750" y="12287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1C9A91"/>
                </a:solidFill>
              </a:defRPr>
            </a:defPPr>
            <a:lvl1pPr algn="l">
              <a:defRPr sz="1200" b="1">
                <a:solidFill>
                  <a:srgbClr val="1C9A91"/>
                </a:solidFill>
              </a:defRPr>
            </a:lvl1pPr>
            <a:lvl2pPr algn="l">
              <a:defRPr sz="1200" b="1">
                <a:solidFill>
                  <a:srgbClr val="1C9A91"/>
                </a:solidFill>
              </a:defRPr>
            </a:lvl2pPr>
            <a:lvl3pPr algn="l">
              <a:defRPr sz="1200" b="1">
                <a:solidFill>
                  <a:srgbClr val="1C9A91"/>
                </a:solidFill>
              </a:defRPr>
            </a:lvl3pPr>
            <a:lvl4pPr algn="l">
              <a:defRPr sz="1200" b="1">
                <a:solidFill>
                  <a:srgbClr val="1C9A91"/>
                </a:solidFill>
              </a:defRPr>
            </a:lvl4pPr>
            <a:lvl5pPr algn="l">
              <a:defRPr sz="1200" b="1">
                <a:solidFill>
                  <a:srgbClr val="1C9A91"/>
                </a:solidFill>
              </a:defRPr>
            </a:lvl5pPr>
            <a:lvl6pPr algn="l">
              <a:defRPr sz="1200" b="1">
                <a:solidFill>
                  <a:srgbClr val="1C9A91"/>
                </a:solidFill>
              </a:defRPr>
            </a:lvl6pPr>
            <a:lvl7pPr algn="l">
              <a:defRPr sz="1200" b="1">
                <a:solidFill>
                  <a:srgbClr val="1C9A91"/>
                </a:solidFill>
              </a:defRPr>
            </a:lvl7pPr>
            <a:lvl8pPr algn="l">
              <a:defRPr sz="1200" b="1">
                <a:solidFill>
                  <a:srgbClr val="1C9A91"/>
                </a:solidFill>
              </a:defRPr>
            </a:lvl8pPr>
            <a:lvl9pPr algn="l">
              <a:defRPr sz="1200" b="1">
                <a:solidFill>
                  <a:srgbClr val="1C9A91"/>
                </a:solidFill>
              </a:defRPr>
            </a:lvl9pPr>
          </a:lstStyle>
          <a:p xmlns:a="http://schemas.openxmlformats.org/drawingml/2006/main">
            <a:pPr algn="l">
              <a:defRPr sz="1200" b="1">
                <a:solidFill>
                  <a:srgbClr val="1C9A91"/>
                </a:solidFill>
              </a:defRPr>
            </a:pPr>
            <a:r>
              <a:rPr sz="1200" b="1">
                <a:solidFill>
                  <a:srgbClr val="1C9A91"/>
                </a:solidFill>
              </a:rPr>
              <a:t>Goal</a:t>
            </a:r>
          </a:p>
        </p:txBody>
      </p:sp>
      <p:sp>
        <p:nvSpPr>
          <p:cNvPr id="7" name="">
            <a:extLst xmlns:a="http://schemas.openxmlformats.org/drawingml/2006/main">
              <a:ext uri="{FF2B5EF4-FFF2-40B4-BE49-F238E27FC236}">
                <a16:creationId xmlns:a16="http://schemas.microsoft.com/office/drawing/2014/main" id="{3C930F12-5D0F-4CD6-A01D-16419F55E6DB}"/>
              </a:ext>
            </a:extLst>
          </p:cNvPr>
          <p:cNvSpPr>
            <a:spLocks xmlns:a="http://schemas.openxmlformats.org/drawingml/2006/main" noGrp="1"/>
          </p:cNvSpPr>
          <p:nvPr/>
        </p:nvSpPr>
        <p:spPr>
          <a:xfrm xmlns:a="http://schemas.openxmlformats.org/drawingml/2006/main">
            <a:off x="666750" y="1524000"/>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1">
                <a:solidFill>
                  <a:srgbClr val="10243A"/>
                </a:solidFill>
              </a:defRPr>
            </a:defPPr>
            <a:lvl1pPr algn="l">
              <a:defRPr sz="2100" b="1">
                <a:solidFill>
                  <a:srgbClr val="10243A"/>
                </a:solidFill>
              </a:defRPr>
            </a:lvl1pPr>
            <a:lvl2pPr algn="l">
              <a:defRPr sz="2100" b="1">
                <a:solidFill>
                  <a:srgbClr val="10243A"/>
                </a:solidFill>
              </a:defRPr>
            </a:lvl2pPr>
            <a:lvl3pPr algn="l">
              <a:defRPr sz="2100" b="1">
                <a:solidFill>
                  <a:srgbClr val="10243A"/>
                </a:solidFill>
              </a:defRPr>
            </a:lvl3pPr>
            <a:lvl4pPr algn="l">
              <a:defRPr sz="2100" b="1">
                <a:solidFill>
                  <a:srgbClr val="10243A"/>
                </a:solidFill>
              </a:defRPr>
            </a:lvl4pPr>
            <a:lvl5pPr algn="l">
              <a:defRPr sz="2100" b="1">
                <a:solidFill>
                  <a:srgbClr val="10243A"/>
                </a:solidFill>
              </a:defRPr>
            </a:lvl5pPr>
            <a:lvl6pPr algn="l">
              <a:defRPr sz="2100" b="1">
                <a:solidFill>
                  <a:srgbClr val="10243A"/>
                </a:solidFill>
              </a:defRPr>
            </a:lvl6pPr>
            <a:lvl7pPr algn="l">
              <a:defRPr sz="2100" b="1">
                <a:solidFill>
                  <a:srgbClr val="10243A"/>
                </a:solidFill>
              </a:defRPr>
            </a:lvl7pPr>
            <a:lvl8pPr algn="l">
              <a:defRPr sz="2100" b="1">
                <a:solidFill>
                  <a:srgbClr val="10243A"/>
                </a:solidFill>
              </a:defRPr>
            </a:lvl8pPr>
            <a:lvl9pPr algn="l">
              <a:defRPr sz="2100" b="1">
                <a:solidFill>
                  <a:srgbClr val="10243A"/>
                </a:solidFill>
              </a:defRPr>
            </a:lvl9pPr>
          </a:lstStyle>
          <a:p xmlns:a="http://schemas.openxmlformats.org/drawingml/2006/main">
            <a:pPr algn="l">
              <a:defRPr sz="2100" b="1">
                <a:solidFill>
                  <a:srgbClr val="10243A"/>
                </a:solidFill>
              </a:defRPr>
            </a:pPr>
            <a:r>
              <a:rPr sz="2100" b="1">
                <a:solidFill>
                  <a:srgbClr val="10243A"/>
                </a:solidFill>
              </a:rPr>
              <a:t>Flag suspicious SMS while letting legitimate messages through.</a:t>
            </a:r>
          </a:p>
        </p:txBody>
      </p:sp>
      <p:sp>
        <p:nvSpPr>
          <p:cNvPr id="8" name="">
            <a:extLst xmlns:a="http://schemas.openxmlformats.org/drawingml/2006/main">
              <a:ext uri="{FF2B5EF4-FFF2-40B4-BE49-F238E27FC236}">
                <a16:creationId xmlns:a16="http://schemas.microsoft.com/office/drawing/2014/main" id="{CD843258-E65E-46F5-A76C-D28EC739491A}"/>
              </a:ext>
            </a:extLst>
          </p:cNvPr>
          <p:cNvSpPr>
            <a:spLocks xmlns:a="http://schemas.openxmlformats.org/drawingml/2006/main" noGrp="1"/>
          </p:cNvSpPr>
          <p:nvPr/>
        </p:nvSpPr>
        <p:spPr>
          <a:xfrm xmlns:a="http://schemas.openxmlformats.org/drawingml/2006/main">
            <a:off x="666750" y="2343150"/>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0">
                <a:solidFill>
                  <a:srgbClr val="587087"/>
                </a:solidFill>
              </a:defRPr>
            </a:defPPr>
            <a:lvl1pPr algn="l">
              <a:defRPr sz="1350" b="0">
                <a:solidFill>
                  <a:srgbClr val="587087"/>
                </a:solidFill>
              </a:defRPr>
            </a:lvl1pPr>
            <a:lvl2pPr algn="l">
              <a:defRPr sz="1350" b="0">
                <a:solidFill>
                  <a:srgbClr val="587087"/>
                </a:solidFill>
              </a:defRPr>
            </a:lvl2pPr>
            <a:lvl3pPr algn="l">
              <a:defRPr sz="1350" b="0">
                <a:solidFill>
                  <a:srgbClr val="587087"/>
                </a:solidFill>
              </a:defRPr>
            </a:lvl3pPr>
            <a:lvl4pPr algn="l">
              <a:defRPr sz="1350" b="0">
                <a:solidFill>
                  <a:srgbClr val="587087"/>
                </a:solidFill>
              </a:defRPr>
            </a:lvl4pPr>
            <a:lvl5pPr algn="l">
              <a:defRPr sz="1350" b="0">
                <a:solidFill>
                  <a:srgbClr val="587087"/>
                </a:solidFill>
              </a:defRPr>
            </a:lvl5pPr>
            <a:lvl6pPr algn="l">
              <a:defRPr sz="1350" b="0">
                <a:solidFill>
                  <a:srgbClr val="587087"/>
                </a:solidFill>
              </a:defRPr>
            </a:lvl6pPr>
            <a:lvl7pPr algn="l">
              <a:defRPr sz="1350" b="0">
                <a:solidFill>
                  <a:srgbClr val="587087"/>
                </a:solidFill>
              </a:defRPr>
            </a:lvl7pPr>
            <a:lvl8pPr algn="l">
              <a:defRPr sz="1350" b="0">
                <a:solidFill>
                  <a:srgbClr val="587087"/>
                </a:solidFill>
              </a:defRPr>
            </a:lvl8pPr>
            <a:lvl9pPr algn="l">
              <a:defRPr sz="1350" b="0">
                <a:solidFill>
                  <a:srgbClr val="587087"/>
                </a:solidFill>
              </a:defRPr>
            </a:lvl9pPr>
          </a:lstStyle>
          <a:p xmlns:a="http://schemas.openxmlformats.org/drawingml/2006/main">
            <a:pPr algn="l">
              <a:defRPr sz="1350" b="0">
                <a:solidFill>
                  <a:srgbClr val="587087"/>
                </a:solidFill>
              </a:defRPr>
            </a:pPr>
            <a:r>
              <a:rPr sz="1350" b="0">
                <a:solidFill>
                  <a:srgbClr val="587087"/>
                </a:solidFill>
              </a:rPr>
              <a:t>Input: message text     →     Output: ham (0) or spam (1)</a:t>
            </a:r>
          </a:p>
        </p:txBody>
      </p:sp>
      <p:sp>
        <p:nvSpPr>
          <p:cNvPr id="9" name="">
            <a:extLst xmlns:a="http://schemas.openxmlformats.org/drawingml/2006/main">
              <a:ext uri="{FF2B5EF4-FFF2-40B4-BE49-F238E27FC236}">
                <a16:creationId xmlns:a16="http://schemas.microsoft.com/office/drawing/2014/main" id="{E7754258-4F81-4DA6-8332-260190ED4CF3}"/>
              </a:ext>
            </a:extLst>
          </p:cNvPr>
          <p:cNvSpPr>
            <a:spLocks xmlns:a="http://schemas.openxmlformats.org/drawingml/2006/main" noGrp="1"/>
          </p:cNvSpPr>
          <p:nvPr/>
        </p:nvSpPr>
        <p:spPr>
          <a:xfrm xmlns:a="http://schemas.openxmlformats.org/drawingml/2006/main">
            <a:off x="6762750" y="125730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450" b="1">
                <a:solidFill>
                  <a:srgbClr val="10243A"/>
                </a:solidFill>
              </a:defRPr>
            </a:defPPr>
            <a:lvl1pPr algn="l">
              <a:defRPr sz="3450" b="1">
                <a:solidFill>
                  <a:srgbClr val="10243A"/>
                </a:solidFill>
              </a:defRPr>
            </a:lvl1pPr>
            <a:lvl2pPr algn="l">
              <a:defRPr sz="3450" b="1">
                <a:solidFill>
                  <a:srgbClr val="10243A"/>
                </a:solidFill>
              </a:defRPr>
            </a:lvl2pPr>
            <a:lvl3pPr algn="l">
              <a:defRPr sz="3450" b="1">
                <a:solidFill>
                  <a:srgbClr val="10243A"/>
                </a:solidFill>
              </a:defRPr>
            </a:lvl3pPr>
            <a:lvl4pPr algn="l">
              <a:defRPr sz="3450" b="1">
                <a:solidFill>
                  <a:srgbClr val="10243A"/>
                </a:solidFill>
              </a:defRPr>
            </a:lvl4pPr>
            <a:lvl5pPr algn="l">
              <a:defRPr sz="3450" b="1">
                <a:solidFill>
                  <a:srgbClr val="10243A"/>
                </a:solidFill>
              </a:defRPr>
            </a:lvl5pPr>
            <a:lvl6pPr algn="l">
              <a:defRPr sz="3450" b="1">
                <a:solidFill>
                  <a:srgbClr val="10243A"/>
                </a:solidFill>
              </a:defRPr>
            </a:lvl6pPr>
            <a:lvl7pPr algn="l">
              <a:defRPr sz="3450" b="1">
                <a:solidFill>
                  <a:srgbClr val="10243A"/>
                </a:solidFill>
              </a:defRPr>
            </a:lvl7pPr>
            <a:lvl8pPr algn="l">
              <a:defRPr sz="3450" b="1">
                <a:solidFill>
                  <a:srgbClr val="10243A"/>
                </a:solidFill>
              </a:defRPr>
            </a:lvl8pPr>
            <a:lvl9pPr algn="l">
              <a:defRPr sz="3450" b="1">
                <a:solidFill>
                  <a:srgbClr val="10243A"/>
                </a:solidFill>
              </a:defRPr>
            </a:lvl9pPr>
          </a:lstStyle>
          <a:p xmlns:a="http://schemas.openxmlformats.org/drawingml/2006/main">
            <a:pPr algn="l">
              <a:defRPr sz="3450" b="1">
                <a:solidFill>
                  <a:srgbClr val="10243A"/>
                </a:solidFill>
              </a:defRPr>
            </a:pPr>
            <a:r>
              <a:rPr sz="3450" b="1">
                <a:solidFill>
                  <a:srgbClr val="10243A"/>
                </a:solidFill>
              </a:rPr>
              <a:t>5,572</a:t>
            </a:r>
          </a:p>
        </p:txBody>
      </p:sp>
      <p:sp>
        <p:nvSpPr>
          <p:cNvPr id="10" name="">
            <a:extLst xmlns:a="http://schemas.openxmlformats.org/drawingml/2006/main">
              <a:ext uri="{FF2B5EF4-FFF2-40B4-BE49-F238E27FC236}">
                <a16:creationId xmlns:a16="http://schemas.microsoft.com/office/drawing/2014/main" id="{871C1146-8239-4FF7-836F-C771653986A1}"/>
              </a:ext>
            </a:extLst>
          </p:cNvPr>
          <p:cNvSpPr>
            <a:spLocks xmlns:a="http://schemas.openxmlformats.org/drawingml/2006/main" noGrp="1"/>
          </p:cNvSpPr>
          <p:nvPr/>
        </p:nvSpPr>
        <p:spPr>
          <a:xfrm xmlns:a="http://schemas.openxmlformats.org/drawingml/2006/main">
            <a:off x="6762750" y="18954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87087"/>
                </a:solidFill>
              </a:defRPr>
            </a:defPPr>
            <a:lvl1pPr algn="l">
              <a:defRPr sz="1200" b="0">
                <a:solidFill>
                  <a:srgbClr val="587087"/>
                </a:solidFill>
              </a:defRPr>
            </a:lvl1pPr>
            <a:lvl2pPr algn="l">
              <a:defRPr sz="1200" b="0">
                <a:solidFill>
                  <a:srgbClr val="587087"/>
                </a:solidFill>
              </a:defRPr>
            </a:lvl2pPr>
            <a:lvl3pPr algn="l">
              <a:defRPr sz="1200" b="0">
                <a:solidFill>
                  <a:srgbClr val="587087"/>
                </a:solidFill>
              </a:defRPr>
            </a:lvl3pPr>
            <a:lvl4pPr algn="l">
              <a:defRPr sz="1200" b="0">
                <a:solidFill>
                  <a:srgbClr val="587087"/>
                </a:solidFill>
              </a:defRPr>
            </a:lvl4pPr>
            <a:lvl5pPr algn="l">
              <a:defRPr sz="1200" b="0">
                <a:solidFill>
                  <a:srgbClr val="587087"/>
                </a:solidFill>
              </a:defRPr>
            </a:lvl5pPr>
            <a:lvl6pPr algn="l">
              <a:defRPr sz="1200" b="0">
                <a:solidFill>
                  <a:srgbClr val="587087"/>
                </a:solidFill>
              </a:defRPr>
            </a:lvl6pPr>
            <a:lvl7pPr algn="l">
              <a:defRPr sz="1200" b="0">
                <a:solidFill>
                  <a:srgbClr val="587087"/>
                </a:solidFill>
              </a:defRPr>
            </a:lvl7pPr>
            <a:lvl8pPr algn="l">
              <a:defRPr sz="1200" b="0">
                <a:solidFill>
                  <a:srgbClr val="587087"/>
                </a:solidFill>
              </a:defRPr>
            </a:lvl8pPr>
            <a:lvl9pPr algn="l">
              <a:defRPr sz="1200" b="0">
                <a:solidFill>
                  <a:srgbClr val="587087"/>
                </a:solidFill>
              </a:defRPr>
            </a:lvl9pPr>
          </a:lstStyle>
          <a:p xmlns:a="http://schemas.openxmlformats.org/drawingml/2006/main">
            <a:pPr algn="l">
              <a:defRPr sz="1200" b="0">
                <a:solidFill>
                  <a:srgbClr val="587087"/>
                </a:solidFill>
              </a:defRPr>
            </a:pPr>
            <a:r>
              <a:rPr sz="1200" b="0">
                <a:solidFill>
                  <a:srgbClr val="587087"/>
                </a:solidFill>
              </a:rPr>
              <a:t>labelled messages</a:t>
            </a:r>
          </a:p>
        </p:txBody>
      </p:sp>
      <p:sp>
        <p:nvSpPr>
          <p:cNvPr id="11" name="">
            <a:extLst xmlns:a="http://schemas.openxmlformats.org/drawingml/2006/main">
              <a:ext uri="{FF2B5EF4-FFF2-40B4-BE49-F238E27FC236}">
                <a16:creationId xmlns:a16="http://schemas.microsoft.com/office/drawing/2014/main" id="{E5499413-F023-4C8C-B4EA-7E36CB0CC17A}"/>
              </a:ext>
            </a:extLst>
          </p:cNvPr>
          <p:cNvSpPr>
            <a:spLocks xmlns:a="http://schemas.openxmlformats.org/drawingml/2006/main" noGrp="1"/>
          </p:cNvSpPr>
          <p:nvPr/>
        </p:nvSpPr>
        <p:spPr>
          <a:xfrm xmlns:a="http://schemas.openxmlformats.org/drawingml/2006/main">
            <a:off x="9020175" y="1257300"/>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34866F"/>
                </a:solidFill>
              </a:defRPr>
            </a:defPPr>
            <a:lvl1pPr algn="l">
              <a:defRPr sz="2850" b="1">
                <a:solidFill>
                  <a:srgbClr val="34866F"/>
                </a:solidFill>
              </a:defRPr>
            </a:lvl1pPr>
            <a:lvl2pPr algn="l">
              <a:defRPr sz="2850" b="1">
                <a:solidFill>
                  <a:srgbClr val="34866F"/>
                </a:solidFill>
              </a:defRPr>
            </a:lvl2pPr>
            <a:lvl3pPr algn="l">
              <a:defRPr sz="2850" b="1">
                <a:solidFill>
                  <a:srgbClr val="34866F"/>
                </a:solidFill>
              </a:defRPr>
            </a:lvl3pPr>
            <a:lvl4pPr algn="l">
              <a:defRPr sz="2850" b="1">
                <a:solidFill>
                  <a:srgbClr val="34866F"/>
                </a:solidFill>
              </a:defRPr>
            </a:lvl4pPr>
            <a:lvl5pPr algn="l">
              <a:defRPr sz="2850" b="1">
                <a:solidFill>
                  <a:srgbClr val="34866F"/>
                </a:solidFill>
              </a:defRPr>
            </a:lvl5pPr>
            <a:lvl6pPr algn="l">
              <a:defRPr sz="2850" b="1">
                <a:solidFill>
                  <a:srgbClr val="34866F"/>
                </a:solidFill>
              </a:defRPr>
            </a:lvl6pPr>
            <a:lvl7pPr algn="l">
              <a:defRPr sz="2850" b="1">
                <a:solidFill>
                  <a:srgbClr val="34866F"/>
                </a:solidFill>
              </a:defRPr>
            </a:lvl7pPr>
            <a:lvl8pPr algn="l">
              <a:defRPr sz="2850" b="1">
                <a:solidFill>
                  <a:srgbClr val="34866F"/>
                </a:solidFill>
              </a:defRPr>
            </a:lvl8pPr>
            <a:lvl9pPr algn="l">
              <a:defRPr sz="2850" b="1">
                <a:solidFill>
                  <a:srgbClr val="34866F"/>
                </a:solidFill>
              </a:defRPr>
            </a:lvl9pPr>
          </a:lstStyle>
          <a:p xmlns:a="http://schemas.openxmlformats.org/drawingml/2006/main">
            <a:pPr algn="l">
              <a:defRPr sz="2850" b="1">
                <a:solidFill>
                  <a:srgbClr val="34866F"/>
                </a:solidFill>
              </a:defRPr>
            </a:pPr>
            <a:r>
              <a:rPr sz="2850" b="1">
                <a:solidFill>
                  <a:srgbClr val="34866F"/>
                </a:solidFill>
              </a:rPr>
              <a:t>4,825</a:t>
            </a:r>
          </a:p>
        </p:txBody>
      </p:sp>
      <p:sp>
        <p:nvSpPr>
          <p:cNvPr id="12" name="">
            <a:extLst xmlns:a="http://schemas.openxmlformats.org/drawingml/2006/main">
              <a:ext uri="{FF2B5EF4-FFF2-40B4-BE49-F238E27FC236}">
                <a16:creationId xmlns:a16="http://schemas.microsoft.com/office/drawing/2014/main" id="{4C575C6A-9112-4721-B19A-92DD360E8713}"/>
              </a:ext>
            </a:extLst>
          </p:cNvPr>
          <p:cNvSpPr>
            <a:spLocks xmlns:a="http://schemas.openxmlformats.org/drawingml/2006/main" noGrp="1"/>
          </p:cNvSpPr>
          <p:nvPr/>
        </p:nvSpPr>
        <p:spPr>
          <a:xfrm xmlns:a="http://schemas.openxmlformats.org/drawingml/2006/main">
            <a:off x="9020175" y="1838325"/>
            <a:ext cx="123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87087"/>
                </a:solidFill>
              </a:defRPr>
            </a:defPPr>
            <a:lvl1pPr algn="l">
              <a:defRPr sz="1200" b="0">
                <a:solidFill>
                  <a:srgbClr val="587087"/>
                </a:solidFill>
              </a:defRPr>
            </a:lvl1pPr>
            <a:lvl2pPr algn="l">
              <a:defRPr sz="1200" b="0">
                <a:solidFill>
                  <a:srgbClr val="587087"/>
                </a:solidFill>
              </a:defRPr>
            </a:lvl2pPr>
            <a:lvl3pPr algn="l">
              <a:defRPr sz="1200" b="0">
                <a:solidFill>
                  <a:srgbClr val="587087"/>
                </a:solidFill>
              </a:defRPr>
            </a:lvl3pPr>
            <a:lvl4pPr algn="l">
              <a:defRPr sz="1200" b="0">
                <a:solidFill>
                  <a:srgbClr val="587087"/>
                </a:solidFill>
              </a:defRPr>
            </a:lvl4pPr>
            <a:lvl5pPr algn="l">
              <a:defRPr sz="1200" b="0">
                <a:solidFill>
                  <a:srgbClr val="587087"/>
                </a:solidFill>
              </a:defRPr>
            </a:lvl5pPr>
            <a:lvl6pPr algn="l">
              <a:defRPr sz="1200" b="0">
                <a:solidFill>
                  <a:srgbClr val="587087"/>
                </a:solidFill>
              </a:defRPr>
            </a:lvl6pPr>
            <a:lvl7pPr algn="l">
              <a:defRPr sz="1200" b="0">
                <a:solidFill>
                  <a:srgbClr val="587087"/>
                </a:solidFill>
              </a:defRPr>
            </a:lvl7pPr>
            <a:lvl8pPr algn="l">
              <a:defRPr sz="1200" b="0">
                <a:solidFill>
                  <a:srgbClr val="587087"/>
                </a:solidFill>
              </a:defRPr>
            </a:lvl8pPr>
            <a:lvl9pPr algn="l">
              <a:defRPr sz="1200" b="0">
                <a:solidFill>
                  <a:srgbClr val="587087"/>
                </a:solidFill>
              </a:defRPr>
            </a:lvl9pPr>
          </a:lstStyle>
          <a:p xmlns:a="http://schemas.openxmlformats.org/drawingml/2006/main">
            <a:pPr algn="l">
              <a:defRPr sz="1200" b="0">
                <a:solidFill>
                  <a:srgbClr val="587087"/>
                </a:solidFill>
              </a:defRPr>
            </a:pPr>
            <a:r>
              <a:rPr sz="1200" b="0">
                <a:solidFill>
                  <a:srgbClr val="587087"/>
                </a:solidFill>
              </a:rPr>
              <a:t>ham</a:t>
            </a:r>
          </a:p>
        </p:txBody>
      </p:sp>
      <p:sp>
        <p:nvSpPr>
          <p:cNvPr id="13" name="">
            <a:extLst xmlns:a="http://schemas.openxmlformats.org/drawingml/2006/main">
              <a:ext uri="{FF2B5EF4-FFF2-40B4-BE49-F238E27FC236}">
                <a16:creationId xmlns:a16="http://schemas.microsoft.com/office/drawing/2014/main" id="{165FCE13-7657-4429-97D2-B32B89D117B2}"/>
              </a:ext>
            </a:extLst>
          </p:cNvPr>
          <p:cNvSpPr>
            <a:spLocks xmlns:a="http://schemas.openxmlformats.org/drawingml/2006/main" noGrp="1"/>
          </p:cNvSpPr>
          <p:nvPr/>
        </p:nvSpPr>
        <p:spPr>
          <a:xfrm xmlns:a="http://schemas.openxmlformats.org/drawingml/2006/main">
            <a:off x="10572750" y="1257300"/>
            <a:ext cx="95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D56B59"/>
                </a:solidFill>
              </a:defRPr>
            </a:defPPr>
            <a:lvl1pPr algn="l">
              <a:defRPr sz="2850" b="1">
                <a:solidFill>
                  <a:srgbClr val="D56B59"/>
                </a:solidFill>
              </a:defRPr>
            </a:lvl1pPr>
            <a:lvl2pPr algn="l">
              <a:defRPr sz="2850" b="1">
                <a:solidFill>
                  <a:srgbClr val="D56B59"/>
                </a:solidFill>
              </a:defRPr>
            </a:lvl2pPr>
            <a:lvl3pPr algn="l">
              <a:defRPr sz="2850" b="1">
                <a:solidFill>
                  <a:srgbClr val="D56B59"/>
                </a:solidFill>
              </a:defRPr>
            </a:lvl3pPr>
            <a:lvl4pPr algn="l">
              <a:defRPr sz="2850" b="1">
                <a:solidFill>
                  <a:srgbClr val="D56B59"/>
                </a:solidFill>
              </a:defRPr>
            </a:lvl4pPr>
            <a:lvl5pPr algn="l">
              <a:defRPr sz="2850" b="1">
                <a:solidFill>
                  <a:srgbClr val="D56B59"/>
                </a:solidFill>
              </a:defRPr>
            </a:lvl5pPr>
            <a:lvl6pPr algn="l">
              <a:defRPr sz="2850" b="1">
                <a:solidFill>
                  <a:srgbClr val="D56B59"/>
                </a:solidFill>
              </a:defRPr>
            </a:lvl6pPr>
            <a:lvl7pPr algn="l">
              <a:defRPr sz="2850" b="1">
                <a:solidFill>
                  <a:srgbClr val="D56B59"/>
                </a:solidFill>
              </a:defRPr>
            </a:lvl7pPr>
            <a:lvl8pPr algn="l">
              <a:defRPr sz="2850" b="1">
                <a:solidFill>
                  <a:srgbClr val="D56B59"/>
                </a:solidFill>
              </a:defRPr>
            </a:lvl8pPr>
            <a:lvl9pPr algn="l">
              <a:defRPr sz="2850" b="1">
                <a:solidFill>
                  <a:srgbClr val="D56B59"/>
                </a:solidFill>
              </a:defRPr>
            </a:lvl9pPr>
          </a:lstStyle>
          <a:p xmlns:a="http://schemas.openxmlformats.org/drawingml/2006/main">
            <a:pPr algn="l">
              <a:defRPr sz="2850" b="1">
                <a:solidFill>
                  <a:srgbClr val="D56B59"/>
                </a:solidFill>
              </a:defRPr>
            </a:pPr>
            <a:r>
              <a:rPr sz="2850" b="1">
                <a:solidFill>
                  <a:srgbClr val="D56B59"/>
                </a:solidFill>
              </a:rPr>
              <a:t>747</a:t>
            </a:r>
          </a:p>
        </p:txBody>
      </p:sp>
      <p:sp>
        <p:nvSpPr>
          <p:cNvPr id="14" name="">
            <a:extLst xmlns:a="http://schemas.openxmlformats.org/drawingml/2006/main">
              <a:ext uri="{FF2B5EF4-FFF2-40B4-BE49-F238E27FC236}">
                <a16:creationId xmlns:a16="http://schemas.microsoft.com/office/drawing/2014/main" id="{005DFB55-B46E-4EDC-B598-6DCCF906BC7F}"/>
              </a:ext>
            </a:extLst>
          </p:cNvPr>
          <p:cNvSpPr>
            <a:spLocks xmlns:a="http://schemas.openxmlformats.org/drawingml/2006/main" noGrp="1"/>
          </p:cNvSpPr>
          <p:nvPr/>
        </p:nvSpPr>
        <p:spPr>
          <a:xfrm xmlns:a="http://schemas.openxmlformats.org/drawingml/2006/main">
            <a:off x="10572750" y="1838325"/>
            <a:ext cx="952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87087"/>
                </a:solidFill>
              </a:defRPr>
            </a:defPPr>
            <a:lvl1pPr algn="l">
              <a:defRPr sz="1200" b="0">
                <a:solidFill>
                  <a:srgbClr val="587087"/>
                </a:solidFill>
              </a:defRPr>
            </a:lvl1pPr>
            <a:lvl2pPr algn="l">
              <a:defRPr sz="1200" b="0">
                <a:solidFill>
                  <a:srgbClr val="587087"/>
                </a:solidFill>
              </a:defRPr>
            </a:lvl2pPr>
            <a:lvl3pPr algn="l">
              <a:defRPr sz="1200" b="0">
                <a:solidFill>
                  <a:srgbClr val="587087"/>
                </a:solidFill>
              </a:defRPr>
            </a:lvl3pPr>
            <a:lvl4pPr algn="l">
              <a:defRPr sz="1200" b="0">
                <a:solidFill>
                  <a:srgbClr val="587087"/>
                </a:solidFill>
              </a:defRPr>
            </a:lvl4pPr>
            <a:lvl5pPr algn="l">
              <a:defRPr sz="1200" b="0">
                <a:solidFill>
                  <a:srgbClr val="587087"/>
                </a:solidFill>
              </a:defRPr>
            </a:lvl5pPr>
            <a:lvl6pPr algn="l">
              <a:defRPr sz="1200" b="0">
                <a:solidFill>
                  <a:srgbClr val="587087"/>
                </a:solidFill>
              </a:defRPr>
            </a:lvl6pPr>
            <a:lvl7pPr algn="l">
              <a:defRPr sz="1200" b="0">
                <a:solidFill>
                  <a:srgbClr val="587087"/>
                </a:solidFill>
              </a:defRPr>
            </a:lvl7pPr>
            <a:lvl8pPr algn="l">
              <a:defRPr sz="1200" b="0">
                <a:solidFill>
                  <a:srgbClr val="587087"/>
                </a:solidFill>
              </a:defRPr>
            </a:lvl8pPr>
            <a:lvl9pPr algn="l">
              <a:defRPr sz="1200" b="0">
                <a:solidFill>
                  <a:srgbClr val="587087"/>
                </a:solidFill>
              </a:defRPr>
            </a:lvl9pPr>
          </a:lstStyle>
          <a:p xmlns:a="http://schemas.openxmlformats.org/drawingml/2006/main">
            <a:pPr algn="l">
              <a:defRPr sz="1200" b="0">
                <a:solidFill>
                  <a:srgbClr val="587087"/>
                </a:solidFill>
              </a:defRPr>
            </a:pPr>
            <a:r>
              <a:rPr sz="1200" b="0">
                <a:solidFill>
                  <a:srgbClr val="587087"/>
                </a:solidFill>
              </a:rPr>
              <a:t>spam</a:t>
            </a:r>
          </a:p>
        </p:txBody>
      </p:sp>
      <p:sp>
        <p:nvSpPr>
          <p:cNvPr id="15" name="">
            <a:extLst xmlns:a="http://schemas.openxmlformats.org/drawingml/2006/main">
              <a:ext uri="{FF2B5EF4-FFF2-40B4-BE49-F238E27FC236}">
                <a16:creationId xmlns:a16="http://schemas.microsoft.com/office/drawing/2014/main" id="{6F86C403-56A6-41E4-9AC5-E03E37CD1E44}"/>
              </a:ext>
            </a:extLst>
          </p:cNvPr>
          <p:cNvSpPr>
            <a:spLocks xmlns:a="http://schemas.openxmlformats.org/drawingml/2006/main" noGrp="1"/>
          </p:cNvSpPr>
          <p:nvPr/>
        </p:nvSpPr>
        <p:spPr>
          <a:xfrm xmlns:a="http://schemas.openxmlformats.org/drawingml/2006/main">
            <a:off x="666750" y="2800350"/>
            <a:ext cx="10858500" cy="0"/>
          </a:xfrm>
          <a:prstGeom xmlns:a="http://schemas.openxmlformats.org/drawingml/2006/main" prst="line">
            <a:avLst/>
          </a:prstGeom>
          <a:noFill xmlns:a="http://schemas.openxmlformats.org/drawingml/2006/main"/>
          <a:ln xmlns:a="http://schemas.openxmlformats.org/drawingml/2006/main" w="12383">
            <a:solidFill>
              <a:srgbClr val="D9E3E9"/>
            </a:solidFill>
            <a:prstDash val="solid"/>
          </a:ln>
        </p:spPr>
      </p:sp>
      <p:sp>
        <p:nvSpPr>
          <p:cNvPr id="16" name="">
            <a:extLst xmlns:a="http://schemas.openxmlformats.org/drawingml/2006/main">
              <a:ext uri="{FF2B5EF4-FFF2-40B4-BE49-F238E27FC236}">
                <a16:creationId xmlns:a16="http://schemas.microsoft.com/office/drawing/2014/main" id="{24182E3F-3083-4983-BC27-9637D9C2DB73}"/>
              </a:ext>
            </a:extLst>
          </p:cNvPr>
          <p:cNvSpPr>
            <a:spLocks xmlns:a="http://schemas.openxmlformats.org/drawingml/2006/main" noGrp="1"/>
          </p:cNvSpPr>
          <p:nvPr/>
        </p:nvSpPr>
        <p:spPr>
          <a:xfrm xmlns:a="http://schemas.openxmlformats.org/drawingml/2006/main">
            <a:off x="666750" y="30194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0243A"/>
                </a:solidFill>
              </a:defRPr>
            </a:defPPr>
            <a:lvl1pPr algn="l">
              <a:defRPr sz="1500" b="1">
                <a:solidFill>
                  <a:srgbClr val="10243A"/>
                </a:solidFill>
              </a:defRPr>
            </a:lvl1pPr>
            <a:lvl2pPr algn="l">
              <a:defRPr sz="1500" b="1">
                <a:solidFill>
                  <a:srgbClr val="10243A"/>
                </a:solidFill>
              </a:defRPr>
            </a:lvl2pPr>
            <a:lvl3pPr algn="l">
              <a:defRPr sz="1500" b="1">
                <a:solidFill>
                  <a:srgbClr val="10243A"/>
                </a:solidFill>
              </a:defRPr>
            </a:lvl3pPr>
            <a:lvl4pPr algn="l">
              <a:defRPr sz="1500" b="1">
                <a:solidFill>
                  <a:srgbClr val="10243A"/>
                </a:solidFill>
              </a:defRPr>
            </a:lvl4pPr>
            <a:lvl5pPr algn="l">
              <a:defRPr sz="1500" b="1">
                <a:solidFill>
                  <a:srgbClr val="10243A"/>
                </a:solidFill>
              </a:defRPr>
            </a:lvl5pPr>
            <a:lvl6pPr algn="l">
              <a:defRPr sz="1500" b="1">
                <a:solidFill>
                  <a:srgbClr val="10243A"/>
                </a:solidFill>
              </a:defRPr>
            </a:lvl6pPr>
            <a:lvl7pPr algn="l">
              <a:defRPr sz="1500" b="1">
                <a:solidFill>
                  <a:srgbClr val="10243A"/>
                </a:solidFill>
              </a:defRPr>
            </a:lvl7pPr>
            <a:lvl8pPr algn="l">
              <a:defRPr sz="1500" b="1">
                <a:solidFill>
                  <a:srgbClr val="10243A"/>
                </a:solidFill>
              </a:defRPr>
            </a:lvl8pPr>
            <a:lvl9pPr algn="l">
              <a:defRPr sz="1500" b="1">
                <a:solidFill>
                  <a:srgbClr val="10243A"/>
                </a:solidFill>
              </a:defRPr>
            </a:lvl9pPr>
          </a:lstStyle>
          <a:p xmlns:a="http://schemas.openxmlformats.org/drawingml/2006/main">
            <a:pPr algn="l">
              <a:defRPr sz="1500" b="1">
                <a:solidFill>
                  <a:srgbClr val="10243A"/>
                </a:solidFill>
              </a:defRPr>
            </a:pPr>
            <a:r>
              <a:rPr sz="1500" b="1">
                <a:solidFill>
                  <a:srgbClr val="10243A"/>
                </a:solidFill>
              </a:rPr>
              <a:t>Dataset snapshot</a:t>
            </a:r>
          </a:p>
        </p:txBody>
      </p:sp>
      <p:graphicFrame>
        <p:nvGraphicFramePr>
          <p:cNvPr id="17" name="">
            <a:extLst xmlns:a="http://schemas.openxmlformats.org/drawingml/2006/main">
              <a:ext uri="{FF2B5EF4-FFF2-40B4-BE49-F238E27FC236}">
                <a16:creationId xmlns:a16="http://schemas.microsoft.com/office/drawing/2014/main" id="{7180A976-CD9B-49AF-BC0D-85D183DD9BFF}"/>
              </a:ext>
            </a:extLst>
          </p:cNvPr>
          <p:cNvGraphicFramePr/>
          <p:nvPr/>
        </p:nvGraphicFramePr>
        <p:xfrm>
          <a:off xmlns:a="http://schemas.openxmlformats.org/drawingml/2006/main" x="666750" y="3448050"/>
          <a:ext xmlns:a="http://schemas.openxmlformats.org/drawingml/2006/main" cx="6572250" cy="2133600"/>
        </p:xfrm>
        <a:graphic xmlns:a="http://schemas.openxmlformats.org/drawingml/2006/main">
          <a:graphicData uri="http://schemas.openxmlformats.org/drawingml/2006/table">
            <a:tbl>
              <a:tblPr/>
              <a:tblGrid>
                <a:gridCol w="2190750"/>
                <a:gridCol w="2190750"/>
                <a:gridCol w="2190750"/>
              </a:tblGrid>
              <a:tr h="533400">
                <a:tc>
                  <a:txBody>
                    <a:bodyPr/>
                    <a:lstStyle/>
                    <a:p>
                      <a:r>
                        <a:rPr sz="1275" b="1">
                          <a:solidFill>
                            <a:srgbClr val="FFFFFF"/>
                          </a:solidFill>
                        </a:rPr>
                        <a:t>Item</a:t>
                      </a:r>
                    </a:p>
                  </a:txBody>
                  <a:tcPr marL="114300" marR="76200" marT="47625" marB="47625">
                    <a:lnL w="9525">
                      <a:solidFill>
                        <a:srgbClr val="D9E3E9"/>
                      </a:solidFill>
                      <a:prstDash val="solid"/>
                    </a:lnL>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c>
                  <a:txBody>
                    <a:bodyPr/>
                    <a:lstStyle/>
                    <a:p>
                      <a:r>
                        <a:rPr sz="1275" b="1">
                          <a:solidFill>
                            <a:srgbClr val="FFFFFF"/>
                          </a:solidFill>
                        </a:rPr>
                        <a:t>What it contains</a:t>
                      </a:r>
                    </a:p>
                  </a:txBody>
                  <a:tcPr marL="114300" marR="76200" marT="47625" marB="47625">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c>
                  <a:txBody>
                    <a:bodyPr/>
                    <a:lstStyle/>
                    <a:p>
                      <a:r>
                        <a:rPr sz="1275" b="1">
                          <a:solidFill>
                            <a:srgbClr val="FFFFFF"/>
                          </a:solidFill>
                        </a:rPr>
                        <a:t>Project use</a:t>
                      </a:r>
                    </a:p>
                  </a:txBody>
                  <a:tcPr marL="114300" marR="76200" marT="47625" marB="47625">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r>
              <a:tr h="533400">
                <a:tc>
                  <a:txBody>
                    <a:bodyPr/>
                    <a:lstStyle/>
                    <a:p>
                      <a:r>
                        <a:rPr sz="1275">
                          <a:solidFill>
                            <a:srgbClr val="183047"/>
                          </a:solidFill>
                        </a:rPr>
                        <a:t>v1</a:t>
                      </a:r>
                    </a:p>
                  </a:txBody>
                  <a:tcPr marL="114300" marR="76200" marT="47625" marB="47625">
                    <a:lnL w="9525">
                      <a:solidFill>
                        <a:srgbClr val="D9E3E9"/>
                      </a:solidFill>
                      <a:prstDash val="solid"/>
                    </a:lnL>
                    <a:lnR w="9525">
                      <a:solidFill>
                        <a:srgbClr val="D9E3E9"/>
                      </a:solidFill>
                      <a:prstDash val="solid"/>
                    </a:lnR>
                    <a:lnB w="9525">
                      <a:solidFill>
                        <a:srgbClr val="D9E3E9"/>
                      </a:solidFill>
                      <a:prstDash val="solid"/>
                    </a:lnB>
                    <a:solidFill>
                      <a:srgbClr val="FFFFFF"/>
                    </a:solidFill>
                  </a:tcPr>
                </a:tc>
                <a:tc>
                  <a:txBody>
                    <a:bodyPr/>
                    <a:lstStyle/>
                    <a:p>
                      <a:r>
                        <a:rPr sz="1275">
                          <a:solidFill>
                            <a:srgbClr val="183047"/>
                          </a:solidFill>
                        </a:rPr>
                        <a:t>ham / spam label</a:t>
                      </a:r>
                    </a:p>
                  </a:txBody>
                  <a:tcPr marL="114300" marR="76200" marT="47625" marB="47625">
                    <a:lnR w="9525">
                      <a:solidFill>
                        <a:srgbClr val="D9E3E9"/>
                      </a:solidFill>
                      <a:prstDash val="solid"/>
                    </a:lnR>
                    <a:lnB w="9525">
                      <a:solidFill>
                        <a:srgbClr val="D9E3E9"/>
                      </a:solidFill>
                      <a:prstDash val="solid"/>
                    </a:lnB>
                    <a:solidFill>
                      <a:srgbClr val="FFFFFF"/>
                    </a:solidFill>
                  </a:tcPr>
                </a:tc>
                <a:tc>
                  <a:txBody>
                    <a:bodyPr/>
                    <a:lstStyle/>
                    <a:p>
                      <a:r>
                        <a:rPr sz="1275">
                          <a:solidFill>
                            <a:srgbClr val="183047"/>
                          </a:solidFill>
                        </a:rPr>
                        <a:t>Target y</a:t>
                      </a:r>
                    </a:p>
                  </a:txBody>
                  <a:tcPr marL="114300" marR="76200" marT="47625" marB="47625">
                    <a:lnR w="9525">
                      <a:solidFill>
                        <a:srgbClr val="D9E3E9"/>
                      </a:solidFill>
                      <a:prstDash val="solid"/>
                    </a:lnR>
                    <a:lnB w="9525">
                      <a:solidFill>
                        <a:srgbClr val="D9E3E9"/>
                      </a:solidFill>
                      <a:prstDash val="solid"/>
                    </a:lnB>
                    <a:solidFill>
                      <a:srgbClr val="FFFFFF"/>
                    </a:solidFill>
                  </a:tcPr>
                </a:tc>
              </a:tr>
              <a:tr h="533400">
                <a:tc>
                  <a:txBody>
                    <a:bodyPr/>
                    <a:lstStyle/>
                    <a:p>
                      <a:r>
                        <a:rPr sz="1275">
                          <a:solidFill>
                            <a:srgbClr val="183047"/>
                          </a:solidFill>
                        </a:rPr>
                        <a:t>v2</a:t>
                      </a:r>
                    </a:p>
                  </a:txBody>
                  <a:tcPr marL="114300" marR="76200" marT="47625" marB="47625">
                    <a:lnL w="9525">
                      <a:solidFill>
                        <a:srgbClr val="D9E3E9"/>
                      </a:solidFill>
                      <a:prstDash val="solid"/>
                    </a:lnL>
                    <a:lnR w="9525">
                      <a:solidFill>
                        <a:srgbClr val="D9E3E9"/>
                      </a:solidFill>
                      <a:prstDash val="solid"/>
                    </a:lnR>
                    <a:lnB w="9525">
                      <a:solidFill>
                        <a:srgbClr val="D9E3E9"/>
                      </a:solidFill>
                      <a:prstDash val="solid"/>
                    </a:lnB>
                    <a:solidFill>
                      <a:srgbClr val="FFFFFF"/>
                    </a:solidFill>
                  </a:tcPr>
                </a:tc>
                <a:tc>
                  <a:txBody>
                    <a:bodyPr/>
                    <a:lstStyle/>
                    <a:p>
                      <a:r>
                        <a:rPr sz="1275">
                          <a:solidFill>
                            <a:srgbClr val="183047"/>
                          </a:solidFill>
                        </a:rPr>
                        <a:t>SMS message text</a:t>
                      </a:r>
                    </a:p>
                  </a:txBody>
                  <a:tcPr marL="114300" marR="76200" marT="47625" marB="47625">
                    <a:lnR w="9525">
                      <a:solidFill>
                        <a:srgbClr val="D9E3E9"/>
                      </a:solidFill>
                      <a:prstDash val="solid"/>
                    </a:lnR>
                    <a:lnB w="9525">
                      <a:solidFill>
                        <a:srgbClr val="D9E3E9"/>
                      </a:solidFill>
                      <a:prstDash val="solid"/>
                    </a:lnB>
                    <a:solidFill>
                      <a:srgbClr val="FFFFFF"/>
                    </a:solidFill>
                  </a:tcPr>
                </a:tc>
                <a:tc>
                  <a:txBody>
                    <a:bodyPr/>
                    <a:lstStyle/>
                    <a:p>
                      <a:r>
                        <a:rPr sz="1275">
                          <a:solidFill>
                            <a:srgbClr val="183047"/>
                          </a:solidFill>
                        </a:rPr>
                        <a:t>Input X</a:t>
                      </a:r>
                    </a:p>
                  </a:txBody>
                  <a:tcPr marL="114300" marR="76200" marT="47625" marB="47625">
                    <a:lnR w="9525">
                      <a:solidFill>
                        <a:srgbClr val="D9E3E9"/>
                      </a:solidFill>
                      <a:prstDash val="solid"/>
                    </a:lnR>
                    <a:lnB w="9525">
                      <a:solidFill>
                        <a:srgbClr val="D9E3E9"/>
                      </a:solidFill>
                      <a:prstDash val="solid"/>
                    </a:lnB>
                    <a:solidFill>
                      <a:srgbClr val="FFFFFF"/>
                    </a:solidFill>
                  </a:tcPr>
                </a:tc>
              </a:tr>
              <a:tr h="533400">
                <a:tc>
                  <a:txBody>
                    <a:bodyPr/>
                    <a:lstStyle/>
                    <a:p>
                      <a:r>
                        <a:rPr sz="1275">
                          <a:solidFill>
                            <a:srgbClr val="183047"/>
                          </a:solidFill>
                        </a:rPr>
                        <a:t>Other columns</a:t>
                      </a:r>
                    </a:p>
                  </a:txBody>
                  <a:tcPr marL="114300" marR="76200" marT="47625" marB="47625">
                    <a:lnL w="9525">
                      <a:solidFill>
                        <a:srgbClr val="D9E3E9"/>
                      </a:solidFill>
                      <a:prstDash val="solid"/>
                    </a:lnL>
                    <a:lnR w="9525">
                      <a:solidFill>
                        <a:srgbClr val="D9E3E9"/>
                      </a:solidFill>
                      <a:prstDash val="solid"/>
                    </a:lnR>
                    <a:lnB w="9525">
                      <a:solidFill>
                        <a:srgbClr val="D9E3E9"/>
                      </a:solidFill>
                      <a:prstDash val="solid"/>
                    </a:lnB>
                    <a:solidFill>
                      <a:srgbClr val="FFFFFF"/>
                    </a:solidFill>
                  </a:tcPr>
                </a:tc>
                <a:tc>
                  <a:txBody>
                    <a:bodyPr/>
                    <a:lstStyle/>
                    <a:p>
                      <a:r>
                        <a:rPr sz="1275">
                          <a:solidFill>
                            <a:srgbClr val="183047"/>
                          </a:solidFill>
                        </a:rPr>
                        <a:t>Mostly empty extras</a:t>
                      </a:r>
                    </a:p>
                  </a:txBody>
                  <a:tcPr marL="114300" marR="76200" marT="47625" marB="47625">
                    <a:lnR w="9525">
                      <a:solidFill>
                        <a:srgbClr val="D9E3E9"/>
                      </a:solidFill>
                      <a:prstDash val="solid"/>
                    </a:lnR>
                    <a:lnB w="9525">
                      <a:solidFill>
                        <a:srgbClr val="D9E3E9"/>
                      </a:solidFill>
                      <a:prstDash val="solid"/>
                    </a:lnB>
                    <a:solidFill>
                      <a:srgbClr val="FFFFFF"/>
                    </a:solidFill>
                  </a:tcPr>
                </a:tc>
                <a:tc>
                  <a:txBody>
                    <a:bodyPr/>
                    <a:lstStyle/>
                    <a:p>
                      <a:r>
                        <a:rPr sz="1275">
                          <a:solidFill>
                            <a:srgbClr val="183047"/>
                          </a:solidFill>
                        </a:rPr>
                        <a:t>Dropped</a:t>
                      </a:r>
                    </a:p>
                  </a:txBody>
                  <a:tcPr marL="114300" marR="76200" marT="47625" marB="47625">
                    <a:lnR w="9525">
                      <a:solidFill>
                        <a:srgbClr val="D9E3E9"/>
                      </a:solidFill>
                      <a:prstDash val="solid"/>
                    </a:lnR>
                    <a:lnB w="9525">
                      <a:solidFill>
                        <a:srgbClr val="D9E3E9"/>
                      </a:solidFill>
                      <a:prstDash val="solid"/>
                    </a:lnB>
                    <a:solidFill>
                      <a:srgbClr val="FFFFFF"/>
                    </a:solidFill>
                  </a:tcPr>
                </a:tc>
              </a:tr>
            </a:tbl>
          </a:graphicData>
        </a:graphic>
      </p:graphicFrame>
      <p:sp>
        <p:nvSpPr>
          <p:cNvPr id="18" name="">
            <a:extLst xmlns:a="http://schemas.openxmlformats.org/drawingml/2006/main">
              <a:ext uri="{FF2B5EF4-FFF2-40B4-BE49-F238E27FC236}">
                <a16:creationId xmlns:a16="http://schemas.microsoft.com/office/drawing/2014/main" id="{292023A8-02D5-4DE5-BE5E-5826C0E6CEC3}"/>
              </a:ext>
            </a:extLst>
          </p:cNvPr>
          <p:cNvSpPr>
            <a:spLocks xmlns:a="http://schemas.openxmlformats.org/drawingml/2006/main" noGrp="1"/>
          </p:cNvSpPr>
          <p:nvPr/>
        </p:nvSpPr>
        <p:spPr>
          <a:xfrm xmlns:a="http://schemas.openxmlformats.org/drawingml/2006/main">
            <a:off x="7762875" y="3219450"/>
            <a:ext cx="3476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0243A"/>
                </a:solidFill>
              </a:defRPr>
            </a:defPPr>
            <a:lvl1pPr algn="l">
              <a:defRPr sz="1500" b="1">
                <a:solidFill>
                  <a:srgbClr val="10243A"/>
                </a:solidFill>
              </a:defRPr>
            </a:lvl1pPr>
            <a:lvl2pPr algn="l">
              <a:defRPr sz="1500" b="1">
                <a:solidFill>
                  <a:srgbClr val="10243A"/>
                </a:solidFill>
              </a:defRPr>
            </a:lvl2pPr>
            <a:lvl3pPr algn="l">
              <a:defRPr sz="1500" b="1">
                <a:solidFill>
                  <a:srgbClr val="10243A"/>
                </a:solidFill>
              </a:defRPr>
            </a:lvl3pPr>
            <a:lvl4pPr algn="l">
              <a:defRPr sz="1500" b="1">
                <a:solidFill>
                  <a:srgbClr val="10243A"/>
                </a:solidFill>
              </a:defRPr>
            </a:lvl4pPr>
            <a:lvl5pPr algn="l">
              <a:defRPr sz="1500" b="1">
                <a:solidFill>
                  <a:srgbClr val="10243A"/>
                </a:solidFill>
              </a:defRPr>
            </a:lvl5pPr>
            <a:lvl6pPr algn="l">
              <a:defRPr sz="1500" b="1">
                <a:solidFill>
                  <a:srgbClr val="10243A"/>
                </a:solidFill>
              </a:defRPr>
            </a:lvl6pPr>
            <a:lvl7pPr algn="l">
              <a:defRPr sz="1500" b="1">
                <a:solidFill>
                  <a:srgbClr val="10243A"/>
                </a:solidFill>
              </a:defRPr>
            </a:lvl7pPr>
            <a:lvl8pPr algn="l">
              <a:defRPr sz="1500" b="1">
                <a:solidFill>
                  <a:srgbClr val="10243A"/>
                </a:solidFill>
              </a:defRPr>
            </a:lvl8pPr>
            <a:lvl9pPr algn="l">
              <a:defRPr sz="1500" b="1">
                <a:solidFill>
                  <a:srgbClr val="10243A"/>
                </a:solidFill>
              </a:defRPr>
            </a:lvl9pPr>
          </a:lstStyle>
          <a:p xmlns:a="http://schemas.openxmlformats.org/drawingml/2006/main">
            <a:pPr algn="l">
              <a:defRPr sz="1500" b="1">
                <a:solidFill>
                  <a:srgbClr val="10243A"/>
                </a:solidFill>
              </a:defRPr>
            </a:pPr>
            <a:r>
              <a:rPr sz="1500" b="1">
                <a:solidFill>
                  <a:srgbClr val="10243A"/>
                </a:solidFill>
              </a:rPr>
              <a:t>Why class balance matters</a:t>
            </a:r>
          </a:p>
        </p:txBody>
      </p:sp>
      <p:sp>
        <p:nvSpPr>
          <p:cNvPr id="19" name="">
            <a:extLst xmlns:a="http://schemas.openxmlformats.org/drawingml/2006/main">
              <a:ext uri="{FF2B5EF4-FFF2-40B4-BE49-F238E27FC236}">
                <a16:creationId xmlns:a16="http://schemas.microsoft.com/office/drawing/2014/main" id="{20959E02-2904-4369-AE89-1A42B88CEC89}"/>
              </a:ext>
            </a:extLst>
          </p:cNvPr>
          <p:cNvSpPr>
            <a:spLocks xmlns:a="http://schemas.openxmlformats.org/drawingml/2006/main" noGrp="1"/>
          </p:cNvSpPr>
          <p:nvPr/>
        </p:nvSpPr>
        <p:spPr>
          <a:xfrm xmlns:a="http://schemas.openxmlformats.org/drawingml/2006/main">
            <a:off x="7762875" y="37338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587087"/>
                </a:solidFill>
              </a:defRPr>
            </a:defPPr>
            <a:lvl1pPr algn="l">
              <a:defRPr sz="975" b="1">
                <a:solidFill>
                  <a:srgbClr val="587087"/>
                </a:solidFill>
              </a:defRPr>
            </a:lvl1pPr>
            <a:lvl2pPr algn="l">
              <a:defRPr sz="975" b="1">
                <a:solidFill>
                  <a:srgbClr val="587087"/>
                </a:solidFill>
              </a:defRPr>
            </a:lvl2pPr>
            <a:lvl3pPr algn="l">
              <a:defRPr sz="975" b="1">
                <a:solidFill>
                  <a:srgbClr val="587087"/>
                </a:solidFill>
              </a:defRPr>
            </a:lvl3pPr>
            <a:lvl4pPr algn="l">
              <a:defRPr sz="975" b="1">
                <a:solidFill>
                  <a:srgbClr val="587087"/>
                </a:solidFill>
              </a:defRPr>
            </a:lvl4pPr>
            <a:lvl5pPr algn="l">
              <a:defRPr sz="975" b="1">
                <a:solidFill>
                  <a:srgbClr val="587087"/>
                </a:solidFill>
              </a:defRPr>
            </a:lvl5pPr>
            <a:lvl6pPr algn="l">
              <a:defRPr sz="975" b="1">
                <a:solidFill>
                  <a:srgbClr val="587087"/>
                </a:solidFill>
              </a:defRPr>
            </a:lvl6pPr>
            <a:lvl7pPr algn="l">
              <a:defRPr sz="975" b="1">
                <a:solidFill>
                  <a:srgbClr val="587087"/>
                </a:solidFill>
              </a:defRPr>
            </a:lvl7pPr>
            <a:lvl8pPr algn="l">
              <a:defRPr sz="975" b="1">
                <a:solidFill>
                  <a:srgbClr val="587087"/>
                </a:solidFill>
              </a:defRPr>
            </a:lvl8pPr>
            <a:lvl9pPr algn="l">
              <a:defRPr sz="975" b="1">
                <a:solidFill>
                  <a:srgbClr val="587087"/>
                </a:solidFill>
              </a:defRPr>
            </a:lvl9pPr>
          </a:lstStyle>
          <a:p xmlns:a="http://schemas.openxmlformats.org/drawingml/2006/main">
            <a:pPr algn="l">
              <a:defRPr sz="975" b="1">
                <a:solidFill>
                  <a:srgbClr val="587087"/>
                </a:solidFill>
              </a:defRPr>
            </a:pPr>
            <a:r>
              <a:rPr sz="975" b="1">
                <a:solidFill>
                  <a:srgbClr val="587087"/>
                </a:solidFill>
              </a:rPr>
              <a:t>HAM</a:t>
            </a:r>
          </a:p>
        </p:txBody>
      </p:sp>
      <p:sp>
        <p:nvSpPr>
          <p:cNvPr id="20" name="">
            <a:extLst xmlns:a="http://schemas.openxmlformats.org/drawingml/2006/main">
              <a:ext uri="{FF2B5EF4-FFF2-40B4-BE49-F238E27FC236}">
                <a16:creationId xmlns:a16="http://schemas.microsoft.com/office/drawing/2014/main" id="{0CCF412E-2774-4607-A812-9E3D81F73873}"/>
              </a:ext>
            </a:extLst>
          </p:cNvPr>
          <p:cNvSpPr>
            <a:spLocks xmlns:a="http://schemas.openxmlformats.org/drawingml/2006/main" noGrp="1"/>
          </p:cNvSpPr>
          <p:nvPr/>
        </p:nvSpPr>
        <p:spPr>
          <a:xfrm xmlns:a="http://schemas.openxmlformats.org/drawingml/2006/main">
            <a:off x="7762875" y="3990975"/>
            <a:ext cx="3286125" cy="190500"/>
          </a:xfrm>
          <a:prstGeom xmlns:a="http://schemas.openxmlformats.org/drawingml/2006/main" prst="rect">
            <a:avLst/>
          </a:prstGeom>
          <a:solidFill xmlns:a="http://schemas.openxmlformats.org/drawingml/2006/main">
            <a:srgbClr val="E7EDF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4161E05-3ABD-40AC-A34C-EAD51057518D}"/>
              </a:ext>
            </a:extLst>
          </p:cNvPr>
          <p:cNvSpPr>
            <a:spLocks xmlns:a="http://schemas.openxmlformats.org/drawingml/2006/main" noGrp="1"/>
          </p:cNvSpPr>
          <p:nvPr/>
        </p:nvSpPr>
        <p:spPr>
          <a:xfrm xmlns:a="http://schemas.openxmlformats.org/drawingml/2006/main">
            <a:off x="7762875" y="3990975"/>
            <a:ext cx="2847975" cy="190500"/>
          </a:xfrm>
          <a:prstGeom xmlns:a="http://schemas.openxmlformats.org/drawingml/2006/main" prst="rect">
            <a:avLst/>
          </a:prstGeom>
          <a:solidFill xmlns:a="http://schemas.openxmlformats.org/drawingml/2006/main">
            <a:srgbClr val="1C9A9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34E4947-5719-467D-B0C8-F45F92C90B51}"/>
              </a:ext>
            </a:extLst>
          </p:cNvPr>
          <p:cNvSpPr>
            <a:spLocks xmlns:a="http://schemas.openxmlformats.org/drawingml/2006/main" noGrp="1"/>
          </p:cNvSpPr>
          <p:nvPr/>
        </p:nvSpPr>
        <p:spPr>
          <a:xfrm xmlns:a="http://schemas.openxmlformats.org/drawingml/2006/main">
            <a:off x="7762875" y="42672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1C9A91"/>
                </a:solidFill>
              </a:defRPr>
            </a:defPPr>
            <a:lvl1pPr algn="l">
              <a:defRPr sz="1800" b="1">
                <a:solidFill>
                  <a:srgbClr val="1C9A91"/>
                </a:solidFill>
              </a:defRPr>
            </a:lvl1pPr>
            <a:lvl2pPr algn="l">
              <a:defRPr sz="1800" b="1">
                <a:solidFill>
                  <a:srgbClr val="1C9A91"/>
                </a:solidFill>
              </a:defRPr>
            </a:lvl2pPr>
            <a:lvl3pPr algn="l">
              <a:defRPr sz="1800" b="1">
                <a:solidFill>
                  <a:srgbClr val="1C9A91"/>
                </a:solidFill>
              </a:defRPr>
            </a:lvl3pPr>
            <a:lvl4pPr algn="l">
              <a:defRPr sz="1800" b="1">
                <a:solidFill>
                  <a:srgbClr val="1C9A91"/>
                </a:solidFill>
              </a:defRPr>
            </a:lvl4pPr>
            <a:lvl5pPr algn="l">
              <a:defRPr sz="1800" b="1">
                <a:solidFill>
                  <a:srgbClr val="1C9A91"/>
                </a:solidFill>
              </a:defRPr>
            </a:lvl5pPr>
            <a:lvl6pPr algn="l">
              <a:defRPr sz="1800" b="1">
                <a:solidFill>
                  <a:srgbClr val="1C9A91"/>
                </a:solidFill>
              </a:defRPr>
            </a:lvl6pPr>
            <a:lvl7pPr algn="l">
              <a:defRPr sz="1800" b="1">
                <a:solidFill>
                  <a:srgbClr val="1C9A91"/>
                </a:solidFill>
              </a:defRPr>
            </a:lvl7pPr>
            <a:lvl8pPr algn="l">
              <a:defRPr sz="1800" b="1">
                <a:solidFill>
                  <a:srgbClr val="1C9A91"/>
                </a:solidFill>
              </a:defRPr>
            </a:lvl8pPr>
            <a:lvl9pPr algn="l">
              <a:defRPr sz="1800" b="1">
                <a:solidFill>
                  <a:srgbClr val="1C9A91"/>
                </a:solidFill>
              </a:defRPr>
            </a:lvl9pPr>
          </a:lstStyle>
          <a:p xmlns:a="http://schemas.openxmlformats.org/drawingml/2006/main">
            <a:pPr algn="l">
              <a:defRPr sz="1800" b="1">
                <a:solidFill>
                  <a:srgbClr val="1C9A91"/>
                </a:solidFill>
              </a:defRPr>
            </a:pPr>
            <a:r>
              <a:rPr sz="1800" b="1">
                <a:solidFill>
                  <a:srgbClr val="1C9A91"/>
                </a:solidFill>
              </a:rPr>
              <a:t>86.6%</a:t>
            </a:r>
          </a:p>
        </p:txBody>
      </p:sp>
      <p:sp>
        <p:nvSpPr>
          <p:cNvPr id="23" name="">
            <a:extLst xmlns:a="http://schemas.openxmlformats.org/drawingml/2006/main">
              <a:ext uri="{FF2B5EF4-FFF2-40B4-BE49-F238E27FC236}">
                <a16:creationId xmlns:a16="http://schemas.microsoft.com/office/drawing/2014/main" id="{AA45BB29-193F-4006-834E-81A93CAD9AF3}"/>
              </a:ext>
            </a:extLst>
          </p:cNvPr>
          <p:cNvSpPr>
            <a:spLocks xmlns:a="http://schemas.openxmlformats.org/drawingml/2006/main" noGrp="1"/>
          </p:cNvSpPr>
          <p:nvPr/>
        </p:nvSpPr>
        <p:spPr>
          <a:xfrm xmlns:a="http://schemas.openxmlformats.org/drawingml/2006/main">
            <a:off x="7762875" y="47625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587087"/>
                </a:solidFill>
              </a:defRPr>
            </a:defPPr>
            <a:lvl1pPr algn="l">
              <a:defRPr sz="975" b="1">
                <a:solidFill>
                  <a:srgbClr val="587087"/>
                </a:solidFill>
              </a:defRPr>
            </a:lvl1pPr>
            <a:lvl2pPr algn="l">
              <a:defRPr sz="975" b="1">
                <a:solidFill>
                  <a:srgbClr val="587087"/>
                </a:solidFill>
              </a:defRPr>
            </a:lvl2pPr>
            <a:lvl3pPr algn="l">
              <a:defRPr sz="975" b="1">
                <a:solidFill>
                  <a:srgbClr val="587087"/>
                </a:solidFill>
              </a:defRPr>
            </a:lvl3pPr>
            <a:lvl4pPr algn="l">
              <a:defRPr sz="975" b="1">
                <a:solidFill>
                  <a:srgbClr val="587087"/>
                </a:solidFill>
              </a:defRPr>
            </a:lvl4pPr>
            <a:lvl5pPr algn="l">
              <a:defRPr sz="975" b="1">
                <a:solidFill>
                  <a:srgbClr val="587087"/>
                </a:solidFill>
              </a:defRPr>
            </a:lvl5pPr>
            <a:lvl6pPr algn="l">
              <a:defRPr sz="975" b="1">
                <a:solidFill>
                  <a:srgbClr val="587087"/>
                </a:solidFill>
              </a:defRPr>
            </a:lvl6pPr>
            <a:lvl7pPr algn="l">
              <a:defRPr sz="975" b="1">
                <a:solidFill>
                  <a:srgbClr val="587087"/>
                </a:solidFill>
              </a:defRPr>
            </a:lvl7pPr>
            <a:lvl8pPr algn="l">
              <a:defRPr sz="975" b="1">
                <a:solidFill>
                  <a:srgbClr val="587087"/>
                </a:solidFill>
              </a:defRPr>
            </a:lvl8pPr>
            <a:lvl9pPr algn="l">
              <a:defRPr sz="975" b="1">
                <a:solidFill>
                  <a:srgbClr val="587087"/>
                </a:solidFill>
              </a:defRPr>
            </a:lvl9pPr>
          </a:lstStyle>
          <a:p xmlns:a="http://schemas.openxmlformats.org/drawingml/2006/main">
            <a:pPr algn="l">
              <a:defRPr sz="975" b="1">
                <a:solidFill>
                  <a:srgbClr val="587087"/>
                </a:solidFill>
              </a:defRPr>
            </a:pPr>
            <a:r>
              <a:rPr sz="975" b="1">
                <a:solidFill>
                  <a:srgbClr val="587087"/>
                </a:solidFill>
              </a:rPr>
              <a:t>SPAM</a:t>
            </a:r>
          </a:p>
        </p:txBody>
      </p:sp>
      <p:sp>
        <p:nvSpPr>
          <p:cNvPr id="24" name="">
            <a:extLst xmlns:a="http://schemas.openxmlformats.org/drawingml/2006/main">
              <a:ext uri="{FF2B5EF4-FFF2-40B4-BE49-F238E27FC236}">
                <a16:creationId xmlns:a16="http://schemas.microsoft.com/office/drawing/2014/main" id="{8F1FFCB8-75FA-4BCA-ABC5-2D395B92ECD3}"/>
              </a:ext>
            </a:extLst>
          </p:cNvPr>
          <p:cNvSpPr>
            <a:spLocks xmlns:a="http://schemas.openxmlformats.org/drawingml/2006/main" noGrp="1"/>
          </p:cNvSpPr>
          <p:nvPr/>
        </p:nvSpPr>
        <p:spPr>
          <a:xfrm xmlns:a="http://schemas.openxmlformats.org/drawingml/2006/main">
            <a:off x="7762875" y="5019675"/>
            <a:ext cx="3286125" cy="190500"/>
          </a:xfrm>
          <a:prstGeom xmlns:a="http://schemas.openxmlformats.org/drawingml/2006/main" prst="rect">
            <a:avLst/>
          </a:prstGeom>
          <a:solidFill xmlns:a="http://schemas.openxmlformats.org/drawingml/2006/main">
            <a:srgbClr val="E7EDF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83FAACC-6230-45BD-95B6-6EDA06E73AFC}"/>
              </a:ext>
            </a:extLst>
          </p:cNvPr>
          <p:cNvSpPr>
            <a:spLocks xmlns:a="http://schemas.openxmlformats.org/drawingml/2006/main" noGrp="1"/>
          </p:cNvSpPr>
          <p:nvPr/>
        </p:nvSpPr>
        <p:spPr>
          <a:xfrm xmlns:a="http://schemas.openxmlformats.org/drawingml/2006/main">
            <a:off x="7762875" y="5019675"/>
            <a:ext cx="428625" cy="1905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3BEA8CE-4A1D-4605-A6D5-E48E825BBE1B}"/>
              </a:ext>
            </a:extLst>
          </p:cNvPr>
          <p:cNvSpPr>
            <a:spLocks xmlns:a="http://schemas.openxmlformats.org/drawingml/2006/main" noGrp="1"/>
          </p:cNvSpPr>
          <p:nvPr/>
        </p:nvSpPr>
        <p:spPr>
          <a:xfrm xmlns:a="http://schemas.openxmlformats.org/drawingml/2006/main">
            <a:off x="7762875" y="52959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A26C09"/>
                </a:solidFill>
              </a:defRPr>
            </a:defPPr>
            <a:lvl1pPr algn="l">
              <a:defRPr sz="1800" b="1">
                <a:solidFill>
                  <a:srgbClr val="A26C09"/>
                </a:solidFill>
              </a:defRPr>
            </a:lvl1pPr>
            <a:lvl2pPr algn="l">
              <a:defRPr sz="1800" b="1">
                <a:solidFill>
                  <a:srgbClr val="A26C09"/>
                </a:solidFill>
              </a:defRPr>
            </a:lvl2pPr>
            <a:lvl3pPr algn="l">
              <a:defRPr sz="1800" b="1">
                <a:solidFill>
                  <a:srgbClr val="A26C09"/>
                </a:solidFill>
              </a:defRPr>
            </a:lvl3pPr>
            <a:lvl4pPr algn="l">
              <a:defRPr sz="1800" b="1">
                <a:solidFill>
                  <a:srgbClr val="A26C09"/>
                </a:solidFill>
              </a:defRPr>
            </a:lvl4pPr>
            <a:lvl5pPr algn="l">
              <a:defRPr sz="1800" b="1">
                <a:solidFill>
                  <a:srgbClr val="A26C09"/>
                </a:solidFill>
              </a:defRPr>
            </a:lvl5pPr>
            <a:lvl6pPr algn="l">
              <a:defRPr sz="1800" b="1">
                <a:solidFill>
                  <a:srgbClr val="A26C09"/>
                </a:solidFill>
              </a:defRPr>
            </a:lvl6pPr>
            <a:lvl7pPr algn="l">
              <a:defRPr sz="1800" b="1">
                <a:solidFill>
                  <a:srgbClr val="A26C09"/>
                </a:solidFill>
              </a:defRPr>
            </a:lvl7pPr>
            <a:lvl8pPr algn="l">
              <a:defRPr sz="1800" b="1">
                <a:solidFill>
                  <a:srgbClr val="A26C09"/>
                </a:solidFill>
              </a:defRPr>
            </a:lvl8pPr>
            <a:lvl9pPr algn="l">
              <a:defRPr sz="1800" b="1">
                <a:solidFill>
                  <a:srgbClr val="A26C09"/>
                </a:solidFill>
              </a:defRPr>
            </a:lvl9pPr>
          </a:lstStyle>
          <a:p xmlns:a="http://schemas.openxmlformats.org/drawingml/2006/main">
            <a:pPr algn="l">
              <a:defRPr sz="1800" b="1">
                <a:solidFill>
                  <a:srgbClr val="A26C09"/>
                </a:solidFill>
              </a:defRPr>
            </a:pPr>
            <a:r>
              <a:rPr sz="1800" b="1">
                <a:solidFill>
                  <a:srgbClr val="A26C09"/>
                </a:solidFill>
              </a:rPr>
              <a:t>13.4%</a:t>
            </a:r>
          </a:p>
        </p:txBody>
      </p:sp>
      <p:sp>
        <p:nvSpPr>
          <p:cNvPr id="27" name="">
            <a:extLst xmlns:a="http://schemas.openxmlformats.org/drawingml/2006/main">
              <a:ext uri="{FF2B5EF4-FFF2-40B4-BE49-F238E27FC236}">
                <a16:creationId xmlns:a16="http://schemas.microsoft.com/office/drawing/2014/main" id="{514D441A-6625-4CD0-9CD3-980EDF615DCD}"/>
              </a:ext>
            </a:extLst>
          </p:cNvPr>
          <p:cNvSpPr>
            <a:spLocks xmlns:a="http://schemas.openxmlformats.org/drawingml/2006/main" noGrp="1"/>
          </p:cNvSpPr>
          <p:nvPr/>
        </p:nvSpPr>
        <p:spPr>
          <a:xfrm xmlns:a="http://schemas.openxmlformats.org/drawingml/2006/main">
            <a:off x="666750" y="58578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87087"/>
                </a:solidFill>
              </a:defRPr>
            </a:defPPr>
            <a:lvl1pPr algn="l">
              <a:defRPr sz="1425" b="0">
                <a:solidFill>
                  <a:srgbClr val="587087"/>
                </a:solidFill>
              </a:defRPr>
            </a:lvl1pPr>
            <a:lvl2pPr algn="l">
              <a:defRPr sz="1425" b="0">
                <a:solidFill>
                  <a:srgbClr val="587087"/>
                </a:solidFill>
              </a:defRPr>
            </a:lvl2pPr>
            <a:lvl3pPr algn="l">
              <a:defRPr sz="1425" b="0">
                <a:solidFill>
                  <a:srgbClr val="587087"/>
                </a:solidFill>
              </a:defRPr>
            </a:lvl3pPr>
            <a:lvl4pPr algn="l">
              <a:defRPr sz="1425" b="0">
                <a:solidFill>
                  <a:srgbClr val="587087"/>
                </a:solidFill>
              </a:defRPr>
            </a:lvl4pPr>
            <a:lvl5pPr algn="l">
              <a:defRPr sz="1425" b="0">
                <a:solidFill>
                  <a:srgbClr val="587087"/>
                </a:solidFill>
              </a:defRPr>
            </a:lvl5pPr>
            <a:lvl6pPr algn="l">
              <a:defRPr sz="1425" b="0">
                <a:solidFill>
                  <a:srgbClr val="587087"/>
                </a:solidFill>
              </a:defRPr>
            </a:lvl6pPr>
            <a:lvl7pPr algn="l">
              <a:defRPr sz="1425" b="0">
                <a:solidFill>
                  <a:srgbClr val="587087"/>
                </a:solidFill>
              </a:defRPr>
            </a:lvl7pPr>
            <a:lvl8pPr algn="l">
              <a:defRPr sz="1425" b="0">
                <a:solidFill>
                  <a:srgbClr val="587087"/>
                </a:solidFill>
              </a:defRPr>
            </a:lvl8pPr>
            <a:lvl9pPr algn="l">
              <a:defRPr sz="1425" b="0">
                <a:solidFill>
                  <a:srgbClr val="587087"/>
                </a:solidFill>
              </a:defRPr>
            </a:lvl9pPr>
          </a:lstStyle>
          <a:p xmlns:a="http://schemas.openxmlformats.org/drawingml/2006/main">
            <a:pPr algn="l">
              <a:defRPr sz="1425" b="0">
                <a:solidFill>
                  <a:srgbClr val="587087"/>
                </a:solidFill>
              </a:defRPr>
            </a:pPr>
            <a:r>
              <a:rPr sz="1425" b="0">
                <a:solidFill>
                  <a:srgbClr val="587087"/>
                </a:solidFill>
              </a:rPr>
              <a:t>A majority-class guesser can look accurate and still catch no spam.</a:t>
            </a:r>
          </a:p>
        </p:txBody>
      </p:sp>
    </p:spTree>
    <p:extLst>
      <p:ext uri="{BB962C8B-B14F-4D97-AF65-F5344CB8AC3E}">
        <p14:creationId xmlns:p14="http://schemas.microsoft.com/office/powerpoint/2010/main" val="1246457088"/>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C2248E7-E7CC-4E3D-956E-B49CB3C0139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C9A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EF9691-4920-43B9-800A-1C08B18B6ABE}"/>
              </a:ext>
            </a:extLst>
          </p:cNvPr>
          <p:cNvSpPr>
            <a:spLocks xmlns:a="http://schemas.openxmlformats.org/drawingml/2006/main" noGrp="1"/>
          </p:cNvSpPr>
          <p:nvPr/>
        </p:nvSpPr>
        <p:spPr>
          <a:xfrm xmlns:a="http://schemas.openxmlformats.org/drawingml/2006/main">
            <a:off x="628650" y="3619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0243A"/>
                </a:solidFill>
              </a:defRPr>
            </a:defPPr>
            <a:lvl1pPr algn="l">
              <a:defRPr sz="2550" b="1">
                <a:solidFill>
                  <a:srgbClr val="10243A"/>
                </a:solidFill>
              </a:defRPr>
            </a:lvl1pPr>
            <a:lvl2pPr algn="l">
              <a:defRPr sz="2550" b="1">
                <a:solidFill>
                  <a:srgbClr val="10243A"/>
                </a:solidFill>
              </a:defRPr>
            </a:lvl2pPr>
            <a:lvl3pPr algn="l">
              <a:defRPr sz="2550" b="1">
                <a:solidFill>
                  <a:srgbClr val="10243A"/>
                </a:solidFill>
              </a:defRPr>
            </a:lvl3pPr>
            <a:lvl4pPr algn="l">
              <a:defRPr sz="2550" b="1">
                <a:solidFill>
                  <a:srgbClr val="10243A"/>
                </a:solidFill>
              </a:defRPr>
            </a:lvl4pPr>
            <a:lvl5pPr algn="l">
              <a:defRPr sz="2550" b="1">
                <a:solidFill>
                  <a:srgbClr val="10243A"/>
                </a:solidFill>
              </a:defRPr>
            </a:lvl5pPr>
            <a:lvl6pPr algn="l">
              <a:defRPr sz="2550" b="1">
                <a:solidFill>
                  <a:srgbClr val="10243A"/>
                </a:solidFill>
              </a:defRPr>
            </a:lvl6pPr>
            <a:lvl7pPr algn="l">
              <a:defRPr sz="2550" b="1">
                <a:solidFill>
                  <a:srgbClr val="10243A"/>
                </a:solidFill>
              </a:defRPr>
            </a:lvl7pPr>
            <a:lvl8pPr algn="l">
              <a:defRPr sz="2550" b="1">
                <a:solidFill>
                  <a:srgbClr val="10243A"/>
                </a:solidFill>
              </a:defRPr>
            </a:lvl8pPr>
            <a:lvl9pPr algn="l">
              <a:defRPr sz="2550" b="1">
                <a:solidFill>
                  <a:srgbClr val="10243A"/>
                </a:solidFill>
              </a:defRPr>
            </a:lvl9pPr>
          </a:lstStyle>
          <a:p xmlns:a="http://schemas.openxmlformats.org/drawingml/2006/main">
            <a:pPr algn="l">
              <a:defRPr sz="2550" b="1">
                <a:solidFill>
                  <a:srgbClr val="10243A"/>
                </a:solidFill>
              </a:defRPr>
            </a:pPr>
            <a:r>
              <a:rPr sz="2550" b="1">
                <a:solidFill>
                  <a:srgbClr val="10243A"/>
                </a:solidFill>
              </a:rPr>
              <a:t>How the filter learns</a:t>
            </a:r>
          </a:p>
        </p:txBody>
      </p:sp>
      <p:sp>
        <p:nvSpPr>
          <p:cNvPr id="3" name="">
            <a:extLst xmlns:a="http://schemas.openxmlformats.org/drawingml/2006/main">
              <a:ext uri="{FF2B5EF4-FFF2-40B4-BE49-F238E27FC236}">
                <a16:creationId xmlns:a16="http://schemas.microsoft.com/office/drawing/2014/main" id="{868CE968-4D8D-4035-B610-B8573742F284}"/>
              </a:ext>
            </a:extLst>
          </p:cNvPr>
          <p:cNvSpPr>
            <a:spLocks xmlns:a="http://schemas.openxmlformats.org/drawingml/2006/main" noGrp="1"/>
          </p:cNvSpPr>
          <p:nvPr/>
        </p:nvSpPr>
        <p:spPr>
          <a:xfrm xmlns:a="http://schemas.openxmlformats.org/drawingml/2006/main">
            <a:off x="628650" y="981075"/>
            <a:ext cx="10934700" cy="0"/>
          </a:xfrm>
          <a:prstGeom xmlns:a="http://schemas.openxmlformats.org/drawingml/2006/main" prst="line">
            <a:avLst/>
          </a:prstGeom>
          <a:noFill xmlns:a="http://schemas.openxmlformats.org/drawingml/2006/main"/>
          <a:ln xmlns:a="http://schemas.openxmlformats.org/drawingml/2006/main" w="12383">
            <a:solidFill>
              <a:srgbClr val="D9E3E9"/>
            </a:solidFill>
            <a:prstDash val="solid"/>
          </a:ln>
        </p:spPr>
      </p:sp>
      <p:sp>
        <p:nvSpPr>
          <p:cNvPr id="4" name="">
            <a:extLst xmlns:a="http://schemas.openxmlformats.org/drawingml/2006/main">
              <a:ext uri="{FF2B5EF4-FFF2-40B4-BE49-F238E27FC236}">
                <a16:creationId xmlns:a16="http://schemas.microsoft.com/office/drawing/2014/main" id="{FF1E028F-2A6E-42E8-9DF9-24418BF158A7}"/>
              </a:ext>
            </a:extLst>
          </p:cNvPr>
          <p:cNvSpPr>
            <a:spLocks xmlns:a="http://schemas.openxmlformats.org/drawingml/2006/main" noGrp="1"/>
          </p:cNvSpPr>
          <p:nvPr/>
        </p:nvSpPr>
        <p:spPr>
          <a:xfrm xmlns:a="http://schemas.openxmlformats.org/drawingml/2006/main">
            <a:off x="628650" y="6448425"/>
            <a:ext cx="923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00" b="1">
                <a:solidFill>
                  <a:srgbClr val="587087"/>
                </a:solidFill>
              </a:defRPr>
            </a:defPPr>
            <a:lvl1pPr algn="l">
              <a:defRPr sz="900" b="1">
                <a:solidFill>
                  <a:srgbClr val="587087"/>
                </a:solidFill>
              </a:defRPr>
            </a:lvl1pPr>
            <a:lvl2pPr algn="l">
              <a:defRPr sz="900" b="1">
                <a:solidFill>
                  <a:srgbClr val="587087"/>
                </a:solidFill>
              </a:defRPr>
            </a:lvl2pPr>
            <a:lvl3pPr algn="l">
              <a:defRPr sz="900" b="1">
                <a:solidFill>
                  <a:srgbClr val="587087"/>
                </a:solidFill>
              </a:defRPr>
            </a:lvl3pPr>
            <a:lvl4pPr algn="l">
              <a:defRPr sz="900" b="1">
                <a:solidFill>
                  <a:srgbClr val="587087"/>
                </a:solidFill>
              </a:defRPr>
            </a:lvl4pPr>
            <a:lvl5pPr algn="l">
              <a:defRPr sz="900" b="1">
                <a:solidFill>
                  <a:srgbClr val="587087"/>
                </a:solidFill>
              </a:defRPr>
            </a:lvl5pPr>
            <a:lvl6pPr algn="l">
              <a:defRPr sz="900" b="1">
                <a:solidFill>
                  <a:srgbClr val="587087"/>
                </a:solidFill>
              </a:defRPr>
            </a:lvl6pPr>
            <a:lvl7pPr algn="l">
              <a:defRPr sz="900" b="1">
                <a:solidFill>
                  <a:srgbClr val="587087"/>
                </a:solidFill>
              </a:defRPr>
            </a:lvl7pPr>
            <a:lvl8pPr algn="l">
              <a:defRPr sz="900" b="1">
                <a:solidFill>
                  <a:srgbClr val="587087"/>
                </a:solidFill>
              </a:defRPr>
            </a:lvl8pPr>
            <a:lvl9pPr algn="l">
              <a:defRPr sz="900" b="1">
                <a:solidFill>
                  <a:srgbClr val="587087"/>
                </a:solidFill>
              </a:defRPr>
            </a:lvl9pPr>
          </a:lstStyle>
          <a:p xmlns:a="http://schemas.openxmlformats.org/drawingml/2006/main">
            <a:pPr algn="l">
              <a:defRPr sz="900" b="1">
                <a:solidFill>
                  <a:srgbClr val="587087"/>
                </a:solidFill>
              </a:defRPr>
            </a:pPr>
            <a:r>
              <a:rPr sz="900" b="1">
                <a:solidFill>
                  <a:srgbClr val="587087"/>
                </a:solidFill>
              </a:rPr>
              <a:t>SHIKHAR AASAL  •  26BDA70036  •  BDS-111 (A)  •  AI APPLICATIONS</a:t>
            </a:r>
          </a:p>
        </p:txBody>
      </p:sp>
      <p:sp>
        <p:nvSpPr>
          <p:cNvPr id="5" name="">
            <a:extLst xmlns:a="http://schemas.openxmlformats.org/drawingml/2006/main">
              <a:ext uri="{FF2B5EF4-FFF2-40B4-BE49-F238E27FC236}">
                <a16:creationId xmlns:a16="http://schemas.microsoft.com/office/drawing/2014/main" id="{CBD37B1A-7F57-466B-8417-BE028EED7242}"/>
              </a:ext>
            </a:extLst>
          </p:cNvPr>
          <p:cNvSpPr>
            <a:spLocks xmlns:a="http://schemas.openxmlformats.org/drawingml/2006/main" noGrp="1"/>
          </p:cNvSpPr>
          <p:nvPr/>
        </p:nvSpPr>
        <p:spPr>
          <a:xfrm xmlns:a="http://schemas.openxmlformats.org/drawingml/2006/main">
            <a:off x="11144250" y="640080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1C9A91"/>
                </a:solidFill>
              </a:defRPr>
            </a:defPPr>
            <a:lvl1pPr algn="r">
              <a:defRPr sz="1125" b="1">
                <a:solidFill>
                  <a:srgbClr val="1C9A91"/>
                </a:solidFill>
              </a:defRPr>
            </a:lvl1pPr>
            <a:lvl2pPr algn="r">
              <a:defRPr sz="1125" b="1">
                <a:solidFill>
                  <a:srgbClr val="1C9A91"/>
                </a:solidFill>
              </a:defRPr>
            </a:lvl2pPr>
            <a:lvl3pPr algn="r">
              <a:defRPr sz="1125" b="1">
                <a:solidFill>
                  <a:srgbClr val="1C9A91"/>
                </a:solidFill>
              </a:defRPr>
            </a:lvl3pPr>
            <a:lvl4pPr algn="r">
              <a:defRPr sz="1125" b="1">
                <a:solidFill>
                  <a:srgbClr val="1C9A91"/>
                </a:solidFill>
              </a:defRPr>
            </a:lvl4pPr>
            <a:lvl5pPr algn="r">
              <a:defRPr sz="1125" b="1">
                <a:solidFill>
                  <a:srgbClr val="1C9A91"/>
                </a:solidFill>
              </a:defRPr>
            </a:lvl5pPr>
            <a:lvl6pPr algn="r">
              <a:defRPr sz="1125" b="1">
                <a:solidFill>
                  <a:srgbClr val="1C9A91"/>
                </a:solidFill>
              </a:defRPr>
            </a:lvl6pPr>
            <a:lvl7pPr algn="r">
              <a:defRPr sz="1125" b="1">
                <a:solidFill>
                  <a:srgbClr val="1C9A91"/>
                </a:solidFill>
              </a:defRPr>
            </a:lvl7pPr>
            <a:lvl8pPr algn="r">
              <a:defRPr sz="1125" b="1">
                <a:solidFill>
                  <a:srgbClr val="1C9A91"/>
                </a:solidFill>
              </a:defRPr>
            </a:lvl8pPr>
            <a:lvl9pPr algn="r">
              <a:defRPr sz="1125" b="1">
                <a:solidFill>
                  <a:srgbClr val="1C9A91"/>
                </a:solidFill>
              </a:defRPr>
            </a:lvl9pPr>
          </a:lstStyle>
          <a:p xmlns:a="http://schemas.openxmlformats.org/drawingml/2006/main">
            <a:pPr algn="r">
              <a:defRPr sz="1125" b="1">
                <a:solidFill>
                  <a:srgbClr val="1C9A91"/>
                </a:solidFill>
              </a:defRPr>
            </a:pPr>
            <a:r>
              <a:rPr sz="1125" b="1">
                <a:solidFill>
                  <a:srgbClr val="1C9A91"/>
                </a:solidFill>
              </a:rPr>
              <a:t>03</a:t>
            </a:r>
          </a:p>
        </p:txBody>
      </p:sp>
      <p:sp>
        <p:nvSpPr>
          <p:cNvPr id="6" name="">
            <a:extLst xmlns:a="http://schemas.openxmlformats.org/drawingml/2006/main">
              <a:ext uri="{FF2B5EF4-FFF2-40B4-BE49-F238E27FC236}">
                <a16:creationId xmlns:a16="http://schemas.microsoft.com/office/drawing/2014/main" id="{EA757E0A-540B-4A93-82E1-360C2CBAE5D6}"/>
              </a:ext>
            </a:extLst>
          </p:cNvPr>
          <p:cNvSpPr>
            <a:spLocks xmlns:a="http://schemas.openxmlformats.org/drawingml/2006/main" noGrp="1"/>
          </p:cNvSpPr>
          <p:nvPr/>
        </p:nvSpPr>
        <p:spPr>
          <a:xfrm xmlns:a="http://schemas.openxmlformats.org/drawingml/2006/main">
            <a:off x="666750" y="120015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0">
                <a:solidFill>
                  <a:srgbClr val="587087"/>
                </a:solidFill>
              </a:defRPr>
            </a:defPPr>
            <a:lvl1pPr algn="l">
              <a:defRPr sz="1350" b="0">
                <a:solidFill>
                  <a:srgbClr val="587087"/>
                </a:solidFill>
              </a:defRPr>
            </a:lvl1pPr>
            <a:lvl2pPr algn="l">
              <a:defRPr sz="1350" b="0">
                <a:solidFill>
                  <a:srgbClr val="587087"/>
                </a:solidFill>
              </a:defRPr>
            </a:lvl2pPr>
            <a:lvl3pPr algn="l">
              <a:defRPr sz="1350" b="0">
                <a:solidFill>
                  <a:srgbClr val="587087"/>
                </a:solidFill>
              </a:defRPr>
            </a:lvl3pPr>
            <a:lvl4pPr algn="l">
              <a:defRPr sz="1350" b="0">
                <a:solidFill>
                  <a:srgbClr val="587087"/>
                </a:solidFill>
              </a:defRPr>
            </a:lvl4pPr>
            <a:lvl5pPr algn="l">
              <a:defRPr sz="1350" b="0">
                <a:solidFill>
                  <a:srgbClr val="587087"/>
                </a:solidFill>
              </a:defRPr>
            </a:lvl5pPr>
            <a:lvl6pPr algn="l">
              <a:defRPr sz="1350" b="0">
                <a:solidFill>
                  <a:srgbClr val="587087"/>
                </a:solidFill>
              </a:defRPr>
            </a:lvl6pPr>
            <a:lvl7pPr algn="l">
              <a:defRPr sz="1350" b="0">
                <a:solidFill>
                  <a:srgbClr val="587087"/>
                </a:solidFill>
              </a:defRPr>
            </a:lvl7pPr>
            <a:lvl8pPr algn="l">
              <a:defRPr sz="1350" b="0">
                <a:solidFill>
                  <a:srgbClr val="587087"/>
                </a:solidFill>
              </a:defRPr>
            </a:lvl8pPr>
            <a:lvl9pPr algn="l">
              <a:defRPr sz="1350" b="0">
                <a:solidFill>
                  <a:srgbClr val="587087"/>
                </a:solidFill>
              </a:defRPr>
            </a:lvl9pPr>
          </a:lstStyle>
          <a:p xmlns:a="http://schemas.openxmlformats.org/drawingml/2006/main">
            <a:pPr algn="l">
              <a:defRPr sz="1350" b="0">
                <a:solidFill>
                  <a:srgbClr val="587087"/>
                </a:solidFill>
              </a:defRPr>
            </a:pPr>
            <a:r>
              <a:rPr sz="1350" b="0">
                <a:solidFill>
                  <a:srgbClr val="587087"/>
                </a:solidFill>
              </a:rPr>
              <a:t>One message moves through a simple training pipeline</a:t>
            </a:r>
          </a:p>
        </p:txBody>
      </p:sp>
      <p:sp>
        <p:nvSpPr>
          <p:cNvPr id="7" name="">
            <a:extLst xmlns:a="http://schemas.openxmlformats.org/drawingml/2006/main">
              <a:ext uri="{FF2B5EF4-FFF2-40B4-BE49-F238E27FC236}">
                <a16:creationId xmlns:a16="http://schemas.microsoft.com/office/drawing/2014/main" id="{42041A85-6FD9-403A-AC75-97A6466D8EA7}"/>
              </a:ext>
            </a:extLst>
          </p:cNvPr>
          <p:cNvSpPr>
            <a:spLocks xmlns:a="http://schemas.openxmlformats.org/drawingml/2006/main" noGrp="1"/>
          </p:cNvSpPr>
          <p:nvPr/>
        </p:nvSpPr>
        <p:spPr>
          <a:xfrm xmlns:a="http://schemas.openxmlformats.org/drawingml/2006/main">
            <a:off x="666750" y="2171700"/>
            <a:ext cx="1762125" cy="1200150"/>
          </a:xfrm>
          <a:prstGeom xmlns:a="http://schemas.openxmlformats.org/drawingml/2006/main" prst="roundRect">
            <a:avLst>
              <a:gd name="adj" fmla="val 6349"/>
            </a:avLst>
          </a:prstGeom>
          <a:solidFill xmlns:a="http://schemas.openxmlformats.org/drawingml/2006/main">
            <a:srgbClr val="102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EFA6542-D0D8-4242-B2E3-CFA7AE6268BB}"/>
              </a:ext>
            </a:extLst>
          </p:cNvPr>
          <p:cNvSpPr>
            <a:spLocks xmlns:a="http://schemas.openxmlformats.org/drawingml/2006/main" noGrp="1"/>
          </p:cNvSpPr>
          <p:nvPr/>
        </p:nvSpPr>
        <p:spPr>
          <a:xfrm xmlns:a="http://schemas.openxmlformats.org/drawingml/2006/main">
            <a:off x="781050" y="2390775"/>
            <a:ext cx="15335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FFFFFF"/>
                </a:solidFill>
              </a:defRPr>
            </a:defPPr>
            <a:lvl1pPr algn="ctr">
              <a:defRPr sz="1125" b="1">
                <a:solidFill>
                  <a:srgbClr val="FFFFFF"/>
                </a:solidFill>
              </a:defRPr>
            </a:lvl1pPr>
            <a:lvl2pPr algn="ctr">
              <a:defRPr sz="1125" b="1">
                <a:solidFill>
                  <a:srgbClr val="FFFFFF"/>
                </a:solidFill>
              </a:defRPr>
            </a:lvl2pPr>
            <a:lvl3pPr algn="ctr">
              <a:defRPr sz="1125" b="1">
                <a:solidFill>
                  <a:srgbClr val="FFFFFF"/>
                </a:solidFill>
              </a:defRPr>
            </a:lvl3pPr>
            <a:lvl4pPr algn="ctr">
              <a:defRPr sz="1125" b="1">
                <a:solidFill>
                  <a:srgbClr val="FFFFFF"/>
                </a:solidFill>
              </a:defRPr>
            </a:lvl4pPr>
            <a:lvl5pPr algn="ctr">
              <a:defRPr sz="1125" b="1">
                <a:solidFill>
                  <a:srgbClr val="FFFFFF"/>
                </a:solidFill>
              </a:defRPr>
            </a:lvl5pPr>
            <a:lvl6pPr algn="ctr">
              <a:defRPr sz="1125" b="1">
                <a:solidFill>
                  <a:srgbClr val="FFFFFF"/>
                </a:solidFill>
              </a:defRPr>
            </a:lvl6pPr>
            <a:lvl7pPr algn="ctr">
              <a:defRPr sz="1125" b="1">
                <a:solidFill>
                  <a:srgbClr val="FFFFFF"/>
                </a:solidFill>
              </a:defRPr>
            </a:lvl7pPr>
            <a:lvl8pPr algn="ctr">
              <a:defRPr sz="1125" b="1">
                <a:solidFill>
                  <a:srgbClr val="FFFFFF"/>
                </a:solidFill>
              </a:defRPr>
            </a:lvl8pPr>
            <a:lvl9pPr algn="ctr">
              <a:defRPr sz="1125" b="1">
                <a:solidFill>
                  <a:srgbClr val="FFFFFF"/>
                </a:solidFill>
              </a:defRPr>
            </a:lvl9pPr>
          </a:lstStyle>
          <a:p xmlns:a="http://schemas.openxmlformats.org/drawingml/2006/main">
            <a:pPr algn="ctr">
              <a:defRPr sz="1125" b="1">
                <a:solidFill>
                  <a:srgbClr val="FFFFFF"/>
                </a:solidFill>
              </a:defRPr>
            </a:pPr>
            <a:r>
              <a:rPr sz="1125" b="1">
                <a:solidFill>
                  <a:srgbClr val="FFFFFF"/>
                </a:solidFill>
              </a:rPr>
              <a:t>LABELLED SMS</a:t>
            </a:r>
          </a:p>
        </p:txBody>
      </p:sp>
      <p:sp>
        <p:nvSpPr>
          <p:cNvPr id="9" name="">
            <a:extLst xmlns:a="http://schemas.openxmlformats.org/drawingml/2006/main">
              <a:ext uri="{FF2B5EF4-FFF2-40B4-BE49-F238E27FC236}">
                <a16:creationId xmlns:a16="http://schemas.microsoft.com/office/drawing/2014/main" id="{92BA3A8E-E59E-4138-A7B2-32EE5BB443C9}"/>
              </a:ext>
            </a:extLst>
          </p:cNvPr>
          <p:cNvSpPr>
            <a:spLocks xmlns:a="http://schemas.openxmlformats.org/drawingml/2006/main" noGrp="1"/>
          </p:cNvSpPr>
          <p:nvPr/>
        </p:nvSpPr>
        <p:spPr>
          <a:xfrm xmlns:a="http://schemas.openxmlformats.org/drawingml/2006/main">
            <a:off x="781050" y="2771775"/>
            <a:ext cx="15335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FFFFFF"/>
                </a:solidFill>
              </a:defRPr>
            </a:defPPr>
            <a:lvl1pPr algn="ctr">
              <a:defRPr sz="1200" b="0">
                <a:solidFill>
                  <a:srgbClr val="FFFFFF"/>
                </a:solidFill>
              </a:defRPr>
            </a:lvl1pPr>
            <a:lvl2pPr algn="ctr">
              <a:defRPr sz="1200" b="0">
                <a:solidFill>
                  <a:srgbClr val="FFFFFF"/>
                </a:solidFill>
              </a:defRPr>
            </a:lvl2pPr>
            <a:lvl3pPr algn="ctr">
              <a:defRPr sz="1200" b="0">
                <a:solidFill>
                  <a:srgbClr val="FFFFFF"/>
                </a:solidFill>
              </a:defRPr>
            </a:lvl3pPr>
            <a:lvl4pPr algn="ctr">
              <a:defRPr sz="1200" b="0">
                <a:solidFill>
                  <a:srgbClr val="FFFFFF"/>
                </a:solidFill>
              </a:defRPr>
            </a:lvl4pPr>
            <a:lvl5pPr algn="ctr">
              <a:defRPr sz="1200" b="0">
                <a:solidFill>
                  <a:srgbClr val="FFFFFF"/>
                </a:solidFill>
              </a:defRPr>
            </a:lvl5pPr>
            <a:lvl6pPr algn="ctr">
              <a:defRPr sz="1200" b="0">
                <a:solidFill>
                  <a:srgbClr val="FFFFFF"/>
                </a:solidFill>
              </a:defRPr>
            </a:lvl6pPr>
            <a:lvl7pPr algn="ctr">
              <a:defRPr sz="1200" b="0">
                <a:solidFill>
                  <a:srgbClr val="FFFFFF"/>
                </a:solidFill>
              </a:defRPr>
            </a:lvl7pPr>
            <a:lvl8pPr algn="ctr">
              <a:defRPr sz="1200" b="0">
                <a:solidFill>
                  <a:srgbClr val="FFFFFF"/>
                </a:solidFill>
              </a:defRPr>
            </a:lvl8pPr>
            <a:lvl9pPr algn="ctr">
              <a:defRPr sz="1200" b="0">
                <a:solidFill>
                  <a:srgbClr val="FFFFFF"/>
                </a:solidFill>
              </a:defRPr>
            </a:lvl9pPr>
          </a:lstStyle>
          <a:p xmlns:a="http://schemas.openxmlformats.org/drawingml/2006/main">
            <a:pPr algn="ctr">
              <a:defRPr sz="1200" b="0">
                <a:solidFill>
                  <a:srgbClr val="FFFFFF"/>
                </a:solidFill>
              </a:defRPr>
            </a:pPr>
            <a:r>
              <a:rPr sz="1200" b="0">
                <a:solidFill>
                  <a:srgbClr val="FFFFFF"/>
                </a:solidFill>
              </a:rPr>
              <a:t>text + known class</a:t>
            </a:r>
          </a:p>
        </p:txBody>
      </p:sp>
      <p:sp>
        <p:nvSpPr>
          <p:cNvPr id="10" name="">
            <a:extLst xmlns:a="http://schemas.openxmlformats.org/drawingml/2006/main">
              <a:ext uri="{FF2B5EF4-FFF2-40B4-BE49-F238E27FC236}">
                <a16:creationId xmlns:a16="http://schemas.microsoft.com/office/drawing/2014/main" id="{0D4F1862-E7D5-4859-9F70-509772A519FB}"/>
              </a:ext>
            </a:extLst>
          </p:cNvPr>
          <p:cNvSpPr>
            <a:spLocks xmlns:a="http://schemas.openxmlformats.org/drawingml/2006/main" noGrp="1"/>
          </p:cNvSpPr>
          <p:nvPr/>
        </p:nvSpPr>
        <p:spPr>
          <a:xfrm xmlns:a="http://schemas.openxmlformats.org/drawingml/2006/main">
            <a:off x="2428875" y="2771775"/>
            <a:ext cx="333375" cy="0"/>
          </a:xfrm>
          <a:prstGeom xmlns:a="http://schemas.openxmlformats.org/drawingml/2006/main" prst="line">
            <a:avLst/>
          </a:prstGeom>
          <a:noFill xmlns:a="http://schemas.openxmlformats.org/drawingml/2006/main"/>
          <a:ln xmlns:a="http://schemas.openxmlformats.org/drawingml/2006/main" w="28575">
            <a:solidFill>
              <a:srgbClr val="587087"/>
            </a:solidFill>
            <a:prstDash val="solid"/>
          </a:ln>
        </p:spPr>
      </p:sp>
      <p:sp>
        <p:nvSpPr>
          <p:cNvPr id="11" name="">
            <a:extLst xmlns:a="http://schemas.openxmlformats.org/drawingml/2006/main">
              <a:ext uri="{FF2B5EF4-FFF2-40B4-BE49-F238E27FC236}">
                <a16:creationId xmlns:a16="http://schemas.microsoft.com/office/drawing/2014/main" id="{E1B9B902-B681-4412-9629-DD13A345AA25}"/>
              </a:ext>
            </a:extLst>
          </p:cNvPr>
          <p:cNvSpPr>
            <a:spLocks xmlns:a="http://schemas.openxmlformats.org/drawingml/2006/main" noGrp="1"/>
          </p:cNvSpPr>
          <p:nvPr/>
        </p:nvSpPr>
        <p:spPr>
          <a:xfrm xmlns:a="http://schemas.openxmlformats.org/drawingml/2006/main">
            <a:off x="2609850" y="2676525"/>
            <a:ext cx="200025" cy="190500"/>
          </a:xfrm>
          <a:prstGeom xmlns:a="http://schemas.openxmlformats.org/drawingml/2006/main" prst="rightArrow">
            <a:avLst/>
          </a:prstGeom>
          <a:solidFill xmlns:a="http://schemas.openxmlformats.org/drawingml/2006/main">
            <a:srgbClr val="5870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B4319C-8DC8-4D63-9C32-01152DD19020}"/>
              </a:ext>
            </a:extLst>
          </p:cNvPr>
          <p:cNvSpPr>
            <a:spLocks xmlns:a="http://schemas.openxmlformats.org/drawingml/2006/main" noGrp="1"/>
          </p:cNvSpPr>
          <p:nvPr/>
        </p:nvSpPr>
        <p:spPr>
          <a:xfrm xmlns:a="http://schemas.openxmlformats.org/drawingml/2006/main">
            <a:off x="2857500" y="2171700"/>
            <a:ext cx="1762125" cy="1200150"/>
          </a:xfrm>
          <a:prstGeom xmlns:a="http://schemas.openxmlformats.org/drawingml/2006/main" prst="roundRect">
            <a:avLst>
              <a:gd name="adj" fmla="val 6349"/>
            </a:avLst>
          </a:prstGeom>
          <a:solidFill xmlns:a="http://schemas.openxmlformats.org/drawingml/2006/main">
            <a:srgbClr val="1C9A9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680E768-4D5F-49F7-A28C-73D3D8A09758}"/>
              </a:ext>
            </a:extLst>
          </p:cNvPr>
          <p:cNvSpPr>
            <a:spLocks xmlns:a="http://schemas.openxmlformats.org/drawingml/2006/main" noGrp="1"/>
          </p:cNvSpPr>
          <p:nvPr/>
        </p:nvSpPr>
        <p:spPr>
          <a:xfrm xmlns:a="http://schemas.openxmlformats.org/drawingml/2006/main">
            <a:off x="2971800" y="2390775"/>
            <a:ext cx="15335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FFFFFF"/>
                </a:solidFill>
              </a:defRPr>
            </a:defPPr>
            <a:lvl1pPr algn="ctr">
              <a:defRPr sz="1125" b="1">
                <a:solidFill>
                  <a:srgbClr val="FFFFFF"/>
                </a:solidFill>
              </a:defRPr>
            </a:lvl1pPr>
            <a:lvl2pPr algn="ctr">
              <a:defRPr sz="1125" b="1">
                <a:solidFill>
                  <a:srgbClr val="FFFFFF"/>
                </a:solidFill>
              </a:defRPr>
            </a:lvl2pPr>
            <a:lvl3pPr algn="ctr">
              <a:defRPr sz="1125" b="1">
                <a:solidFill>
                  <a:srgbClr val="FFFFFF"/>
                </a:solidFill>
              </a:defRPr>
            </a:lvl3pPr>
            <a:lvl4pPr algn="ctr">
              <a:defRPr sz="1125" b="1">
                <a:solidFill>
                  <a:srgbClr val="FFFFFF"/>
                </a:solidFill>
              </a:defRPr>
            </a:lvl4pPr>
            <a:lvl5pPr algn="ctr">
              <a:defRPr sz="1125" b="1">
                <a:solidFill>
                  <a:srgbClr val="FFFFFF"/>
                </a:solidFill>
              </a:defRPr>
            </a:lvl5pPr>
            <a:lvl6pPr algn="ctr">
              <a:defRPr sz="1125" b="1">
                <a:solidFill>
                  <a:srgbClr val="FFFFFF"/>
                </a:solidFill>
              </a:defRPr>
            </a:lvl6pPr>
            <a:lvl7pPr algn="ctr">
              <a:defRPr sz="1125" b="1">
                <a:solidFill>
                  <a:srgbClr val="FFFFFF"/>
                </a:solidFill>
              </a:defRPr>
            </a:lvl7pPr>
            <a:lvl8pPr algn="ctr">
              <a:defRPr sz="1125" b="1">
                <a:solidFill>
                  <a:srgbClr val="FFFFFF"/>
                </a:solidFill>
              </a:defRPr>
            </a:lvl8pPr>
            <a:lvl9pPr algn="ctr">
              <a:defRPr sz="1125" b="1">
                <a:solidFill>
                  <a:srgbClr val="FFFFFF"/>
                </a:solidFill>
              </a:defRPr>
            </a:lvl9pPr>
          </a:lstStyle>
          <a:p xmlns:a="http://schemas.openxmlformats.org/drawingml/2006/main">
            <a:pPr algn="ctr">
              <a:defRPr sz="1125" b="1">
                <a:solidFill>
                  <a:srgbClr val="FFFFFF"/>
                </a:solidFill>
              </a:defRPr>
            </a:pPr>
            <a:r>
              <a:rPr sz="1125" b="1">
                <a:solidFill>
                  <a:srgbClr val="FFFFFF"/>
                </a:solidFill>
              </a:rPr>
              <a:t>80 / 20 SPLIT</a:t>
            </a:r>
          </a:p>
        </p:txBody>
      </p:sp>
      <p:sp>
        <p:nvSpPr>
          <p:cNvPr id="14" name="">
            <a:extLst xmlns:a="http://schemas.openxmlformats.org/drawingml/2006/main">
              <a:ext uri="{FF2B5EF4-FFF2-40B4-BE49-F238E27FC236}">
                <a16:creationId xmlns:a16="http://schemas.microsoft.com/office/drawing/2014/main" id="{645F40F7-D52B-4570-AEE7-5D883DF1DB4B}"/>
              </a:ext>
            </a:extLst>
          </p:cNvPr>
          <p:cNvSpPr>
            <a:spLocks xmlns:a="http://schemas.openxmlformats.org/drawingml/2006/main" noGrp="1"/>
          </p:cNvSpPr>
          <p:nvPr/>
        </p:nvSpPr>
        <p:spPr>
          <a:xfrm xmlns:a="http://schemas.openxmlformats.org/drawingml/2006/main">
            <a:off x="2971800" y="2771775"/>
            <a:ext cx="15335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FFFFFF"/>
                </a:solidFill>
              </a:defRPr>
            </a:defPPr>
            <a:lvl1pPr algn="ctr">
              <a:defRPr sz="1200" b="0">
                <a:solidFill>
                  <a:srgbClr val="FFFFFF"/>
                </a:solidFill>
              </a:defRPr>
            </a:lvl1pPr>
            <a:lvl2pPr algn="ctr">
              <a:defRPr sz="1200" b="0">
                <a:solidFill>
                  <a:srgbClr val="FFFFFF"/>
                </a:solidFill>
              </a:defRPr>
            </a:lvl2pPr>
            <a:lvl3pPr algn="ctr">
              <a:defRPr sz="1200" b="0">
                <a:solidFill>
                  <a:srgbClr val="FFFFFF"/>
                </a:solidFill>
              </a:defRPr>
            </a:lvl3pPr>
            <a:lvl4pPr algn="ctr">
              <a:defRPr sz="1200" b="0">
                <a:solidFill>
                  <a:srgbClr val="FFFFFF"/>
                </a:solidFill>
              </a:defRPr>
            </a:lvl4pPr>
            <a:lvl5pPr algn="ctr">
              <a:defRPr sz="1200" b="0">
                <a:solidFill>
                  <a:srgbClr val="FFFFFF"/>
                </a:solidFill>
              </a:defRPr>
            </a:lvl5pPr>
            <a:lvl6pPr algn="ctr">
              <a:defRPr sz="1200" b="0">
                <a:solidFill>
                  <a:srgbClr val="FFFFFF"/>
                </a:solidFill>
              </a:defRPr>
            </a:lvl6pPr>
            <a:lvl7pPr algn="ctr">
              <a:defRPr sz="1200" b="0">
                <a:solidFill>
                  <a:srgbClr val="FFFFFF"/>
                </a:solidFill>
              </a:defRPr>
            </a:lvl7pPr>
            <a:lvl8pPr algn="ctr">
              <a:defRPr sz="1200" b="0">
                <a:solidFill>
                  <a:srgbClr val="FFFFFF"/>
                </a:solidFill>
              </a:defRPr>
            </a:lvl8pPr>
            <a:lvl9pPr algn="ctr">
              <a:defRPr sz="1200" b="0">
                <a:solidFill>
                  <a:srgbClr val="FFFFFF"/>
                </a:solidFill>
              </a:defRPr>
            </a:lvl9pPr>
          </a:lstStyle>
          <a:p xmlns:a="http://schemas.openxmlformats.org/drawingml/2006/main">
            <a:pPr algn="ctr">
              <a:defRPr sz="1200" b="0">
                <a:solidFill>
                  <a:srgbClr val="FFFFFF"/>
                </a:solidFill>
              </a:defRPr>
            </a:pPr>
            <a:r>
              <a:rPr sz="1200" b="0">
                <a:solidFill>
                  <a:srgbClr val="FFFFFF"/>
                </a:solidFill>
              </a:rPr>
              <a:t>train / test</a:t>
            </a:r>
          </a:p>
        </p:txBody>
      </p:sp>
      <p:sp>
        <p:nvSpPr>
          <p:cNvPr id="15" name="">
            <a:extLst xmlns:a="http://schemas.openxmlformats.org/drawingml/2006/main">
              <a:ext uri="{FF2B5EF4-FFF2-40B4-BE49-F238E27FC236}">
                <a16:creationId xmlns:a16="http://schemas.microsoft.com/office/drawing/2014/main" id="{74C12FA0-BEED-42D5-AB49-D31F1FE73544}"/>
              </a:ext>
            </a:extLst>
          </p:cNvPr>
          <p:cNvSpPr>
            <a:spLocks xmlns:a="http://schemas.openxmlformats.org/drawingml/2006/main" noGrp="1"/>
          </p:cNvSpPr>
          <p:nvPr/>
        </p:nvSpPr>
        <p:spPr>
          <a:xfrm xmlns:a="http://schemas.openxmlformats.org/drawingml/2006/main">
            <a:off x="4619625" y="2771775"/>
            <a:ext cx="333375" cy="0"/>
          </a:xfrm>
          <a:prstGeom xmlns:a="http://schemas.openxmlformats.org/drawingml/2006/main" prst="line">
            <a:avLst/>
          </a:prstGeom>
          <a:noFill xmlns:a="http://schemas.openxmlformats.org/drawingml/2006/main"/>
          <a:ln xmlns:a="http://schemas.openxmlformats.org/drawingml/2006/main" w="28575">
            <a:solidFill>
              <a:srgbClr val="587087"/>
            </a:solidFill>
            <a:prstDash val="solid"/>
          </a:ln>
        </p:spPr>
      </p:sp>
      <p:sp>
        <p:nvSpPr>
          <p:cNvPr id="16" name="">
            <a:extLst xmlns:a="http://schemas.openxmlformats.org/drawingml/2006/main">
              <a:ext uri="{FF2B5EF4-FFF2-40B4-BE49-F238E27FC236}">
                <a16:creationId xmlns:a16="http://schemas.microsoft.com/office/drawing/2014/main" id="{0FB011D9-574A-4C9A-AC07-DB5CC7A6D3BC}"/>
              </a:ext>
            </a:extLst>
          </p:cNvPr>
          <p:cNvSpPr>
            <a:spLocks xmlns:a="http://schemas.openxmlformats.org/drawingml/2006/main" noGrp="1"/>
          </p:cNvSpPr>
          <p:nvPr/>
        </p:nvSpPr>
        <p:spPr>
          <a:xfrm xmlns:a="http://schemas.openxmlformats.org/drawingml/2006/main">
            <a:off x="4800600" y="2676525"/>
            <a:ext cx="200025" cy="190500"/>
          </a:xfrm>
          <a:prstGeom xmlns:a="http://schemas.openxmlformats.org/drawingml/2006/main" prst="rightArrow">
            <a:avLst/>
          </a:prstGeom>
          <a:solidFill xmlns:a="http://schemas.openxmlformats.org/drawingml/2006/main">
            <a:srgbClr val="58708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F4F8D4E-813D-4DA2-9F7F-EBB5F7C617DB}"/>
              </a:ext>
            </a:extLst>
          </p:cNvPr>
          <p:cNvSpPr>
            <a:spLocks xmlns:a="http://schemas.openxmlformats.org/drawingml/2006/main" noGrp="1"/>
          </p:cNvSpPr>
          <p:nvPr/>
        </p:nvSpPr>
        <p:spPr>
          <a:xfrm xmlns:a="http://schemas.openxmlformats.org/drawingml/2006/main">
            <a:off x="5048250" y="2171700"/>
            <a:ext cx="1762125" cy="1200150"/>
          </a:xfrm>
          <a:prstGeom xmlns:a="http://schemas.openxmlformats.org/drawingml/2006/main" prst="roundRect">
            <a:avLst>
              <a:gd name="adj" fmla="val 6349"/>
            </a:avLst>
          </a:prstGeom>
          <a:solidFill xmlns:a="http://schemas.openxmlformats.org/drawingml/2006/main">
            <a:srgbClr val="F2B84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D95CD8C-5F56-484B-97AF-E6914A4740E4}"/>
              </a:ext>
            </a:extLst>
          </p:cNvPr>
          <p:cNvSpPr>
            <a:spLocks xmlns:a="http://schemas.openxmlformats.org/drawingml/2006/main" noGrp="1"/>
          </p:cNvSpPr>
          <p:nvPr/>
        </p:nvSpPr>
        <p:spPr>
          <a:xfrm xmlns:a="http://schemas.openxmlformats.org/drawingml/2006/main">
            <a:off x="5162550" y="2390775"/>
            <a:ext cx="15335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FFFFFF"/>
                </a:solidFill>
              </a:defRPr>
            </a:defPPr>
            <a:lvl1pPr algn="ctr">
              <a:defRPr sz="1125" b="1">
                <a:solidFill>
                  <a:srgbClr val="FFFFFF"/>
                </a:solidFill>
              </a:defRPr>
            </a:lvl1pPr>
            <a:lvl2pPr algn="ctr">
              <a:defRPr sz="1125" b="1">
                <a:solidFill>
                  <a:srgbClr val="FFFFFF"/>
                </a:solidFill>
              </a:defRPr>
            </a:lvl2pPr>
            <a:lvl3pPr algn="ctr">
              <a:defRPr sz="1125" b="1">
                <a:solidFill>
                  <a:srgbClr val="FFFFFF"/>
                </a:solidFill>
              </a:defRPr>
            </a:lvl3pPr>
            <a:lvl4pPr algn="ctr">
              <a:defRPr sz="1125" b="1">
                <a:solidFill>
                  <a:srgbClr val="FFFFFF"/>
                </a:solidFill>
              </a:defRPr>
            </a:lvl4pPr>
            <a:lvl5pPr algn="ctr">
              <a:defRPr sz="1125" b="1">
                <a:solidFill>
                  <a:srgbClr val="FFFFFF"/>
                </a:solidFill>
              </a:defRPr>
            </a:lvl5pPr>
            <a:lvl6pPr algn="ctr">
              <a:defRPr sz="1125" b="1">
                <a:solidFill>
                  <a:srgbClr val="FFFFFF"/>
                </a:solidFill>
              </a:defRPr>
            </a:lvl6pPr>
            <a:lvl7pPr algn="ctr">
              <a:defRPr sz="1125" b="1">
                <a:solidFill>
                  <a:srgbClr val="FFFFFF"/>
                </a:solidFill>
              </a:defRPr>
            </a:lvl7pPr>
            <a:lvl8pPr algn="ctr">
              <a:defRPr sz="1125" b="1">
                <a:solidFill>
                  <a:srgbClr val="FFFFFF"/>
                </a:solidFill>
              </a:defRPr>
            </a:lvl8pPr>
            <a:lvl9pPr algn="ctr">
              <a:defRPr sz="1125" b="1">
                <a:solidFill>
                  <a:srgbClr val="FFFFFF"/>
                </a:solidFill>
              </a:defRPr>
            </a:lvl9pPr>
          </a:lstStyle>
          <a:p xmlns:a="http://schemas.openxmlformats.org/drawingml/2006/main">
            <a:pPr algn="ctr">
              <a:defRPr sz="1125" b="1">
                <a:solidFill>
                  <a:srgbClr val="FFFFFF"/>
                </a:solidFill>
              </a:defRPr>
            </a:pPr>
            <a:r>
              <a:rPr sz="1125" b="1">
                <a:solidFill>
                  <a:srgbClr val="FFFFFF"/>
                </a:solidFill>
              </a:rPr>
              <a:t>TF-IDF</a:t>
            </a:r>
          </a:p>
        </p:txBody>
      </p:sp>
      <p:sp>
        <p:nvSpPr>
          <p:cNvPr id="19" name="">
            <a:extLst xmlns:a="http://schemas.openxmlformats.org/drawingml/2006/main">
              <a:ext uri="{FF2B5EF4-FFF2-40B4-BE49-F238E27FC236}">
                <a16:creationId xmlns:a16="http://schemas.microsoft.com/office/drawing/2014/main" id="{556A9125-2469-42D7-8DFC-972AD4A29E38}"/>
              </a:ext>
            </a:extLst>
          </p:cNvPr>
          <p:cNvSpPr>
            <a:spLocks xmlns:a="http://schemas.openxmlformats.org/drawingml/2006/main" noGrp="1"/>
          </p:cNvSpPr>
          <p:nvPr/>
        </p:nvSpPr>
        <p:spPr>
          <a:xfrm xmlns:a="http://schemas.openxmlformats.org/drawingml/2006/main">
            <a:off x="5162550" y="2771775"/>
            <a:ext cx="15335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FFFFFF"/>
                </a:solidFill>
              </a:defRPr>
            </a:defPPr>
            <a:lvl1pPr algn="ctr">
              <a:defRPr sz="1200" b="0">
                <a:solidFill>
                  <a:srgbClr val="FFFFFF"/>
                </a:solidFill>
              </a:defRPr>
            </a:lvl1pPr>
            <a:lvl2pPr algn="ctr">
              <a:defRPr sz="1200" b="0">
                <a:solidFill>
                  <a:srgbClr val="FFFFFF"/>
                </a:solidFill>
              </a:defRPr>
            </a:lvl2pPr>
            <a:lvl3pPr algn="ctr">
              <a:defRPr sz="1200" b="0">
                <a:solidFill>
                  <a:srgbClr val="FFFFFF"/>
                </a:solidFill>
              </a:defRPr>
            </a:lvl3pPr>
            <a:lvl4pPr algn="ctr">
              <a:defRPr sz="1200" b="0">
                <a:solidFill>
                  <a:srgbClr val="FFFFFF"/>
                </a:solidFill>
              </a:defRPr>
            </a:lvl4pPr>
            <a:lvl5pPr algn="ctr">
              <a:defRPr sz="1200" b="0">
                <a:solidFill>
                  <a:srgbClr val="FFFFFF"/>
                </a:solidFill>
              </a:defRPr>
            </a:lvl5pPr>
            <a:lvl6pPr algn="ctr">
              <a:defRPr sz="1200" b="0">
                <a:solidFill>
                  <a:srgbClr val="FFFFFF"/>
                </a:solidFill>
              </a:defRPr>
            </a:lvl6pPr>
            <a:lvl7pPr algn="ctr">
              <a:defRPr sz="1200" b="0">
                <a:solidFill>
                  <a:srgbClr val="FFFFFF"/>
                </a:solidFill>
              </a:defRPr>
            </a:lvl7pPr>
            <a:lvl8pPr algn="ctr">
              <a:defRPr sz="1200" b="0">
                <a:solidFill>
                  <a:srgbClr val="FFFFFF"/>
                </a:solidFill>
              </a:defRPr>
            </a:lvl8pPr>
            <a:lvl9pPr algn="ctr">
              <a:defRPr sz="1200" b="0">
                <a:solidFill>
                  <a:srgbClr val="FFFFFF"/>
                </a:solidFill>
              </a:defRPr>
            </a:lvl9pPr>
          </a:lstStyle>
          <a:p xmlns:a="http://schemas.openxmlformats.org/drawingml/2006/main">
            <a:pPr algn="ctr">
              <a:defRPr sz="1200" b="0">
                <a:solidFill>
                  <a:srgbClr val="FFFFFF"/>
                </a:solidFill>
              </a:defRPr>
            </a:pPr>
            <a:r>
              <a:rPr sz="1200" b="0">
                <a:solidFill>
                  <a:srgbClr val="FFFFFF"/>
                </a:solidFill>
              </a:rPr>
              <a:t>words → numbers</a:t>
            </a:r>
          </a:p>
        </p:txBody>
      </p:sp>
      <p:sp>
        <p:nvSpPr>
          <p:cNvPr id="20" name="">
            <a:extLst xmlns:a="http://schemas.openxmlformats.org/drawingml/2006/main">
              <a:ext uri="{FF2B5EF4-FFF2-40B4-BE49-F238E27FC236}">
                <a16:creationId xmlns:a16="http://schemas.microsoft.com/office/drawing/2014/main" id="{F94D3F75-A2E0-4E94-A220-8B896391792C}"/>
              </a:ext>
            </a:extLst>
          </p:cNvPr>
          <p:cNvSpPr>
            <a:spLocks xmlns:a="http://schemas.openxmlformats.org/drawingml/2006/main" noGrp="1"/>
          </p:cNvSpPr>
          <p:nvPr/>
        </p:nvSpPr>
        <p:spPr>
          <a:xfrm xmlns:a="http://schemas.openxmlformats.org/drawingml/2006/main">
            <a:off x="6810375" y="2771775"/>
            <a:ext cx="333375" cy="0"/>
          </a:xfrm>
          <a:prstGeom xmlns:a="http://schemas.openxmlformats.org/drawingml/2006/main" prst="line">
            <a:avLst/>
          </a:prstGeom>
          <a:noFill xmlns:a="http://schemas.openxmlformats.org/drawingml/2006/main"/>
          <a:ln xmlns:a="http://schemas.openxmlformats.org/drawingml/2006/main" w="28575">
            <a:solidFill>
              <a:srgbClr val="587087"/>
            </a:solidFill>
            <a:prstDash val="solid"/>
          </a:ln>
        </p:spPr>
      </p:sp>
      <p:sp>
        <p:nvSpPr>
          <p:cNvPr id="21" name="">
            <a:extLst xmlns:a="http://schemas.openxmlformats.org/drawingml/2006/main">
              <a:ext uri="{FF2B5EF4-FFF2-40B4-BE49-F238E27FC236}">
                <a16:creationId xmlns:a16="http://schemas.microsoft.com/office/drawing/2014/main" id="{52B01943-79C3-4CC7-A7CC-196EE46EA560}"/>
              </a:ext>
            </a:extLst>
          </p:cNvPr>
          <p:cNvSpPr>
            <a:spLocks xmlns:a="http://schemas.openxmlformats.org/drawingml/2006/main" noGrp="1"/>
          </p:cNvSpPr>
          <p:nvPr/>
        </p:nvSpPr>
        <p:spPr>
          <a:xfrm xmlns:a="http://schemas.openxmlformats.org/drawingml/2006/main">
            <a:off x="6991350" y="2676525"/>
            <a:ext cx="200025" cy="190500"/>
          </a:xfrm>
          <a:prstGeom xmlns:a="http://schemas.openxmlformats.org/drawingml/2006/main" prst="rightArrow">
            <a:avLst/>
          </a:prstGeom>
          <a:solidFill xmlns:a="http://schemas.openxmlformats.org/drawingml/2006/main">
            <a:srgbClr val="58708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08B62CA-98D3-4F00-BE3A-C77AC516CE92}"/>
              </a:ext>
            </a:extLst>
          </p:cNvPr>
          <p:cNvSpPr>
            <a:spLocks xmlns:a="http://schemas.openxmlformats.org/drawingml/2006/main" noGrp="1"/>
          </p:cNvSpPr>
          <p:nvPr/>
        </p:nvSpPr>
        <p:spPr>
          <a:xfrm xmlns:a="http://schemas.openxmlformats.org/drawingml/2006/main">
            <a:off x="7239000" y="2171700"/>
            <a:ext cx="1762125" cy="1200150"/>
          </a:xfrm>
          <a:prstGeom xmlns:a="http://schemas.openxmlformats.org/drawingml/2006/main" prst="roundRect">
            <a:avLst>
              <a:gd name="adj" fmla="val 6349"/>
            </a:avLst>
          </a:prstGeom>
          <a:solidFill xmlns:a="http://schemas.openxmlformats.org/drawingml/2006/main">
            <a:srgbClr val="18375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5DD97DC-A73E-4489-9F58-9F9CCDBED571}"/>
              </a:ext>
            </a:extLst>
          </p:cNvPr>
          <p:cNvSpPr>
            <a:spLocks xmlns:a="http://schemas.openxmlformats.org/drawingml/2006/main" noGrp="1"/>
          </p:cNvSpPr>
          <p:nvPr/>
        </p:nvSpPr>
        <p:spPr>
          <a:xfrm xmlns:a="http://schemas.openxmlformats.org/drawingml/2006/main">
            <a:off x="7353300" y="2390775"/>
            <a:ext cx="15335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FFFFFF"/>
                </a:solidFill>
              </a:defRPr>
            </a:defPPr>
            <a:lvl1pPr algn="ctr">
              <a:defRPr sz="1125" b="1">
                <a:solidFill>
                  <a:srgbClr val="FFFFFF"/>
                </a:solidFill>
              </a:defRPr>
            </a:lvl1pPr>
            <a:lvl2pPr algn="ctr">
              <a:defRPr sz="1125" b="1">
                <a:solidFill>
                  <a:srgbClr val="FFFFFF"/>
                </a:solidFill>
              </a:defRPr>
            </a:lvl2pPr>
            <a:lvl3pPr algn="ctr">
              <a:defRPr sz="1125" b="1">
                <a:solidFill>
                  <a:srgbClr val="FFFFFF"/>
                </a:solidFill>
              </a:defRPr>
            </a:lvl3pPr>
            <a:lvl4pPr algn="ctr">
              <a:defRPr sz="1125" b="1">
                <a:solidFill>
                  <a:srgbClr val="FFFFFF"/>
                </a:solidFill>
              </a:defRPr>
            </a:lvl4pPr>
            <a:lvl5pPr algn="ctr">
              <a:defRPr sz="1125" b="1">
                <a:solidFill>
                  <a:srgbClr val="FFFFFF"/>
                </a:solidFill>
              </a:defRPr>
            </a:lvl5pPr>
            <a:lvl6pPr algn="ctr">
              <a:defRPr sz="1125" b="1">
                <a:solidFill>
                  <a:srgbClr val="FFFFFF"/>
                </a:solidFill>
              </a:defRPr>
            </a:lvl6pPr>
            <a:lvl7pPr algn="ctr">
              <a:defRPr sz="1125" b="1">
                <a:solidFill>
                  <a:srgbClr val="FFFFFF"/>
                </a:solidFill>
              </a:defRPr>
            </a:lvl7pPr>
            <a:lvl8pPr algn="ctr">
              <a:defRPr sz="1125" b="1">
                <a:solidFill>
                  <a:srgbClr val="FFFFFF"/>
                </a:solidFill>
              </a:defRPr>
            </a:lvl8pPr>
            <a:lvl9pPr algn="ctr">
              <a:defRPr sz="1125" b="1">
                <a:solidFill>
                  <a:srgbClr val="FFFFFF"/>
                </a:solidFill>
              </a:defRPr>
            </a:lvl9pPr>
          </a:lstStyle>
          <a:p xmlns:a="http://schemas.openxmlformats.org/drawingml/2006/main">
            <a:pPr algn="ctr">
              <a:defRPr sz="1125" b="1">
                <a:solidFill>
                  <a:srgbClr val="FFFFFF"/>
                </a:solidFill>
              </a:defRPr>
            </a:pPr>
            <a:r>
              <a:rPr sz="1125" b="1">
                <a:solidFill>
                  <a:srgbClr val="FFFFFF"/>
                </a:solidFill>
              </a:rPr>
              <a:t>CLASSIFIER</a:t>
            </a:r>
          </a:p>
        </p:txBody>
      </p:sp>
      <p:sp>
        <p:nvSpPr>
          <p:cNvPr id="24" name="">
            <a:extLst xmlns:a="http://schemas.openxmlformats.org/drawingml/2006/main">
              <a:ext uri="{FF2B5EF4-FFF2-40B4-BE49-F238E27FC236}">
                <a16:creationId xmlns:a16="http://schemas.microsoft.com/office/drawing/2014/main" id="{8250D2E7-8F0A-4930-9081-05EE085B8669}"/>
              </a:ext>
            </a:extLst>
          </p:cNvPr>
          <p:cNvSpPr>
            <a:spLocks xmlns:a="http://schemas.openxmlformats.org/drawingml/2006/main" noGrp="1"/>
          </p:cNvSpPr>
          <p:nvPr/>
        </p:nvSpPr>
        <p:spPr>
          <a:xfrm xmlns:a="http://schemas.openxmlformats.org/drawingml/2006/main">
            <a:off x="7353300" y="2771775"/>
            <a:ext cx="15335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FFFFFF"/>
                </a:solidFill>
              </a:defRPr>
            </a:defPPr>
            <a:lvl1pPr algn="ctr">
              <a:defRPr sz="1200" b="0">
                <a:solidFill>
                  <a:srgbClr val="FFFFFF"/>
                </a:solidFill>
              </a:defRPr>
            </a:lvl1pPr>
            <a:lvl2pPr algn="ctr">
              <a:defRPr sz="1200" b="0">
                <a:solidFill>
                  <a:srgbClr val="FFFFFF"/>
                </a:solidFill>
              </a:defRPr>
            </a:lvl2pPr>
            <a:lvl3pPr algn="ctr">
              <a:defRPr sz="1200" b="0">
                <a:solidFill>
                  <a:srgbClr val="FFFFFF"/>
                </a:solidFill>
              </a:defRPr>
            </a:lvl3pPr>
            <a:lvl4pPr algn="ctr">
              <a:defRPr sz="1200" b="0">
                <a:solidFill>
                  <a:srgbClr val="FFFFFF"/>
                </a:solidFill>
              </a:defRPr>
            </a:lvl4pPr>
            <a:lvl5pPr algn="ctr">
              <a:defRPr sz="1200" b="0">
                <a:solidFill>
                  <a:srgbClr val="FFFFFF"/>
                </a:solidFill>
              </a:defRPr>
            </a:lvl5pPr>
            <a:lvl6pPr algn="ctr">
              <a:defRPr sz="1200" b="0">
                <a:solidFill>
                  <a:srgbClr val="FFFFFF"/>
                </a:solidFill>
              </a:defRPr>
            </a:lvl6pPr>
            <a:lvl7pPr algn="ctr">
              <a:defRPr sz="1200" b="0">
                <a:solidFill>
                  <a:srgbClr val="FFFFFF"/>
                </a:solidFill>
              </a:defRPr>
            </a:lvl7pPr>
            <a:lvl8pPr algn="ctr">
              <a:defRPr sz="1200" b="0">
                <a:solidFill>
                  <a:srgbClr val="FFFFFF"/>
                </a:solidFill>
              </a:defRPr>
            </a:lvl8pPr>
            <a:lvl9pPr algn="ctr">
              <a:defRPr sz="1200" b="0">
                <a:solidFill>
                  <a:srgbClr val="FFFFFF"/>
                </a:solidFill>
              </a:defRPr>
            </a:lvl9pPr>
          </a:lstStyle>
          <a:p xmlns:a="http://schemas.openxmlformats.org/drawingml/2006/main">
            <a:pPr algn="ctr">
              <a:defRPr sz="1200" b="0">
                <a:solidFill>
                  <a:srgbClr val="FFFFFF"/>
                </a:solidFill>
              </a:defRPr>
            </a:pPr>
            <a:r>
              <a:rPr sz="1200" b="0">
                <a:solidFill>
                  <a:srgbClr val="FFFFFF"/>
                </a:solidFill>
              </a:rPr>
              <a:t>NB or Logistic</a:t>
            </a:r>
          </a:p>
        </p:txBody>
      </p:sp>
      <p:sp>
        <p:nvSpPr>
          <p:cNvPr id="25" name="">
            <a:extLst xmlns:a="http://schemas.openxmlformats.org/drawingml/2006/main">
              <a:ext uri="{FF2B5EF4-FFF2-40B4-BE49-F238E27FC236}">
                <a16:creationId xmlns:a16="http://schemas.microsoft.com/office/drawing/2014/main" id="{67567259-0E2D-4E25-994B-9AE8C482303F}"/>
              </a:ext>
            </a:extLst>
          </p:cNvPr>
          <p:cNvSpPr>
            <a:spLocks xmlns:a="http://schemas.openxmlformats.org/drawingml/2006/main" noGrp="1"/>
          </p:cNvSpPr>
          <p:nvPr/>
        </p:nvSpPr>
        <p:spPr>
          <a:xfrm xmlns:a="http://schemas.openxmlformats.org/drawingml/2006/main">
            <a:off x="9001125" y="2771775"/>
            <a:ext cx="333375" cy="0"/>
          </a:xfrm>
          <a:prstGeom xmlns:a="http://schemas.openxmlformats.org/drawingml/2006/main" prst="line">
            <a:avLst/>
          </a:prstGeom>
          <a:noFill xmlns:a="http://schemas.openxmlformats.org/drawingml/2006/main"/>
          <a:ln xmlns:a="http://schemas.openxmlformats.org/drawingml/2006/main" w="28575">
            <a:solidFill>
              <a:srgbClr val="587087"/>
            </a:solidFill>
            <a:prstDash val="solid"/>
          </a:ln>
        </p:spPr>
      </p:sp>
      <p:sp>
        <p:nvSpPr>
          <p:cNvPr id="26" name="">
            <a:extLst xmlns:a="http://schemas.openxmlformats.org/drawingml/2006/main">
              <a:ext uri="{FF2B5EF4-FFF2-40B4-BE49-F238E27FC236}">
                <a16:creationId xmlns:a16="http://schemas.microsoft.com/office/drawing/2014/main" id="{7262FBC3-5739-4AE5-BC82-EBB6DE68376B}"/>
              </a:ext>
            </a:extLst>
          </p:cNvPr>
          <p:cNvSpPr>
            <a:spLocks xmlns:a="http://schemas.openxmlformats.org/drawingml/2006/main" noGrp="1"/>
          </p:cNvSpPr>
          <p:nvPr/>
        </p:nvSpPr>
        <p:spPr>
          <a:xfrm xmlns:a="http://schemas.openxmlformats.org/drawingml/2006/main">
            <a:off x="9182100" y="2676525"/>
            <a:ext cx="200025" cy="190500"/>
          </a:xfrm>
          <a:prstGeom xmlns:a="http://schemas.openxmlformats.org/drawingml/2006/main" prst="rightArrow">
            <a:avLst/>
          </a:prstGeom>
          <a:solidFill xmlns:a="http://schemas.openxmlformats.org/drawingml/2006/main">
            <a:srgbClr val="58708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DC9C677-9AE7-456D-9F9B-F71401407C1F}"/>
              </a:ext>
            </a:extLst>
          </p:cNvPr>
          <p:cNvSpPr>
            <a:spLocks xmlns:a="http://schemas.openxmlformats.org/drawingml/2006/main" noGrp="1"/>
          </p:cNvSpPr>
          <p:nvPr/>
        </p:nvSpPr>
        <p:spPr>
          <a:xfrm xmlns:a="http://schemas.openxmlformats.org/drawingml/2006/main">
            <a:off x="9429750" y="2171700"/>
            <a:ext cx="1762125" cy="1200150"/>
          </a:xfrm>
          <a:prstGeom xmlns:a="http://schemas.openxmlformats.org/drawingml/2006/main" prst="roundRect">
            <a:avLst>
              <a:gd name="adj" fmla="val 6349"/>
            </a:avLst>
          </a:prstGeom>
          <a:solidFill xmlns:a="http://schemas.openxmlformats.org/drawingml/2006/main">
            <a:srgbClr val="34866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3210175-AF70-4BD6-BA7E-B0D91C3FDF29}"/>
              </a:ext>
            </a:extLst>
          </p:cNvPr>
          <p:cNvSpPr>
            <a:spLocks xmlns:a="http://schemas.openxmlformats.org/drawingml/2006/main" noGrp="1"/>
          </p:cNvSpPr>
          <p:nvPr/>
        </p:nvSpPr>
        <p:spPr>
          <a:xfrm xmlns:a="http://schemas.openxmlformats.org/drawingml/2006/main">
            <a:off x="9544050" y="2390775"/>
            <a:ext cx="15335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FFFFFF"/>
                </a:solidFill>
              </a:defRPr>
            </a:defPPr>
            <a:lvl1pPr algn="ctr">
              <a:defRPr sz="1125" b="1">
                <a:solidFill>
                  <a:srgbClr val="FFFFFF"/>
                </a:solidFill>
              </a:defRPr>
            </a:lvl1pPr>
            <a:lvl2pPr algn="ctr">
              <a:defRPr sz="1125" b="1">
                <a:solidFill>
                  <a:srgbClr val="FFFFFF"/>
                </a:solidFill>
              </a:defRPr>
            </a:lvl2pPr>
            <a:lvl3pPr algn="ctr">
              <a:defRPr sz="1125" b="1">
                <a:solidFill>
                  <a:srgbClr val="FFFFFF"/>
                </a:solidFill>
              </a:defRPr>
            </a:lvl3pPr>
            <a:lvl4pPr algn="ctr">
              <a:defRPr sz="1125" b="1">
                <a:solidFill>
                  <a:srgbClr val="FFFFFF"/>
                </a:solidFill>
              </a:defRPr>
            </a:lvl4pPr>
            <a:lvl5pPr algn="ctr">
              <a:defRPr sz="1125" b="1">
                <a:solidFill>
                  <a:srgbClr val="FFFFFF"/>
                </a:solidFill>
              </a:defRPr>
            </a:lvl5pPr>
            <a:lvl6pPr algn="ctr">
              <a:defRPr sz="1125" b="1">
                <a:solidFill>
                  <a:srgbClr val="FFFFFF"/>
                </a:solidFill>
              </a:defRPr>
            </a:lvl6pPr>
            <a:lvl7pPr algn="ctr">
              <a:defRPr sz="1125" b="1">
                <a:solidFill>
                  <a:srgbClr val="FFFFFF"/>
                </a:solidFill>
              </a:defRPr>
            </a:lvl7pPr>
            <a:lvl8pPr algn="ctr">
              <a:defRPr sz="1125" b="1">
                <a:solidFill>
                  <a:srgbClr val="FFFFFF"/>
                </a:solidFill>
              </a:defRPr>
            </a:lvl8pPr>
            <a:lvl9pPr algn="ctr">
              <a:defRPr sz="1125" b="1">
                <a:solidFill>
                  <a:srgbClr val="FFFFFF"/>
                </a:solidFill>
              </a:defRPr>
            </a:lvl9pPr>
          </a:lstStyle>
          <a:p xmlns:a="http://schemas.openxmlformats.org/drawingml/2006/main">
            <a:pPr algn="ctr">
              <a:defRPr sz="1125" b="1">
                <a:solidFill>
                  <a:srgbClr val="FFFFFF"/>
                </a:solidFill>
              </a:defRPr>
            </a:pPr>
            <a:r>
              <a:rPr sz="1125" b="1">
                <a:solidFill>
                  <a:srgbClr val="FFFFFF"/>
                </a:solidFill>
              </a:rPr>
              <a:t>PREDICTION</a:t>
            </a:r>
          </a:p>
        </p:txBody>
      </p:sp>
      <p:sp>
        <p:nvSpPr>
          <p:cNvPr id="29" name="">
            <a:extLst xmlns:a="http://schemas.openxmlformats.org/drawingml/2006/main">
              <a:ext uri="{FF2B5EF4-FFF2-40B4-BE49-F238E27FC236}">
                <a16:creationId xmlns:a16="http://schemas.microsoft.com/office/drawing/2014/main" id="{B805D391-6465-4FAF-8A01-059E83CF72FF}"/>
              </a:ext>
            </a:extLst>
          </p:cNvPr>
          <p:cNvSpPr>
            <a:spLocks xmlns:a="http://schemas.openxmlformats.org/drawingml/2006/main" noGrp="1"/>
          </p:cNvSpPr>
          <p:nvPr/>
        </p:nvSpPr>
        <p:spPr>
          <a:xfrm xmlns:a="http://schemas.openxmlformats.org/drawingml/2006/main">
            <a:off x="9544050" y="2771775"/>
            <a:ext cx="15335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FFFFFF"/>
                </a:solidFill>
              </a:defRPr>
            </a:defPPr>
            <a:lvl1pPr algn="ctr">
              <a:defRPr sz="1200" b="0">
                <a:solidFill>
                  <a:srgbClr val="FFFFFF"/>
                </a:solidFill>
              </a:defRPr>
            </a:lvl1pPr>
            <a:lvl2pPr algn="ctr">
              <a:defRPr sz="1200" b="0">
                <a:solidFill>
                  <a:srgbClr val="FFFFFF"/>
                </a:solidFill>
              </a:defRPr>
            </a:lvl2pPr>
            <a:lvl3pPr algn="ctr">
              <a:defRPr sz="1200" b="0">
                <a:solidFill>
                  <a:srgbClr val="FFFFFF"/>
                </a:solidFill>
              </a:defRPr>
            </a:lvl3pPr>
            <a:lvl4pPr algn="ctr">
              <a:defRPr sz="1200" b="0">
                <a:solidFill>
                  <a:srgbClr val="FFFFFF"/>
                </a:solidFill>
              </a:defRPr>
            </a:lvl4pPr>
            <a:lvl5pPr algn="ctr">
              <a:defRPr sz="1200" b="0">
                <a:solidFill>
                  <a:srgbClr val="FFFFFF"/>
                </a:solidFill>
              </a:defRPr>
            </a:lvl5pPr>
            <a:lvl6pPr algn="ctr">
              <a:defRPr sz="1200" b="0">
                <a:solidFill>
                  <a:srgbClr val="FFFFFF"/>
                </a:solidFill>
              </a:defRPr>
            </a:lvl6pPr>
            <a:lvl7pPr algn="ctr">
              <a:defRPr sz="1200" b="0">
                <a:solidFill>
                  <a:srgbClr val="FFFFFF"/>
                </a:solidFill>
              </a:defRPr>
            </a:lvl7pPr>
            <a:lvl8pPr algn="ctr">
              <a:defRPr sz="1200" b="0">
                <a:solidFill>
                  <a:srgbClr val="FFFFFF"/>
                </a:solidFill>
              </a:defRPr>
            </a:lvl8pPr>
            <a:lvl9pPr algn="ctr">
              <a:defRPr sz="1200" b="0">
                <a:solidFill>
                  <a:srgbClr val="FFFFFF"/>
                </a:solidFill>
              </a:defRPr>
            </a:lvl9pPr>
          </a:lstStyle>
          <a:p xmlns:a="http://schemas.openxmlformats.org/drawingml/2006/main">
            <a:pPr algn="ctr">
              <a:defRPr sz="1200" b="0">
                <a:solidFill>
                  <a:srgbClr val="FFFFFF"/>
                </a:solidFill>
              </a:defRPr>
            </a:pPr>
            <a:r>
              <a:rPr sz="1200" b="0">
                <a:solidFill>
                  <a:srgbClr val="FFFFFF"/>
                </a:solidFill>
              </a:rPr>
              <a:t>ham or spam</a:t>
            </a:r>
          </a:p>
        </p:txBody>
      </p:sp>
      <p:sp>
        <p:nvSpPr>
          <p:cNvPr id="30" name="">
            <a:extLst xmlns:a="http://schemas.openxmlformats.org/drawingml/2006/main">
              <a:ext uri="{FF2B5EF4-FFF2-40B4-BE49-F238E27FC236}">
                <a16:creationId xmlns:a16="http://schemas.microsoft.com/office/drawing/2014/main" id="{F1BAD5DD-BEB9-422B-A820-73EAFAB17F07}"/>
              </a:ext>
            </a:extLst>
          </p:cNvPr>
          <p:cNvSpPr>
            <a:spLocks xmlns:a="http://schemas.openxmlformats.org/drawingml/2006/main" noGrp="1"/>
          </p:cNvSpPr>
          <p:nvPr/>
        </p:nvSpPr>
        <p:spPr>
          <a:xfrm xmlns:a="http://schemas.openxmlformats.org/drawingml/2006/main">
            <a:off x="3667125" y="3571875"/>
            <a:ext cx="0" cy="552450"/>
          </a:xfrm>
          <a:prstGeom xmlns:a="http://schemas.openxmlformats.org/drawingml/2006/main" prst="line">
            <a:avLst/>
          </a:prstGeom>
          <a:noFill xmlns:a="http://schemas.openxmlformats.org/drawingml/2006/main"/>
          <a:ln xmlns:a="http://schemas.openxmlformats.org/drawingml/2006/main" w="19050">
            <a:solidFill>
              <a:srgbClr val="D9E3E9"/>
            </a:solidFill>
            <a:prstDash val="solid"/>
          </a:ln>
        </p:spPr>
      </p:sp>
      <p:sp>
        <p:nvSpPr>
          <p:cNvPr id="31" name="">
            <a:extLst xmlns:a="http://schemas.openxmlformats.org/drawingml/2006/main">
              <a:ext uri="{FF2B5EF4-FFF2-40B4-BE49-F238E27FC236}">
                <a16:creationId xmlns:a16="http://schemas.microsoft.com/office/drawing/2014/main" id="{CDC94A21-B12B-4C33-BE8F-FF2177497560}"/>
              </a:ext>
            </a:extLst>
          </p:cNvPr>
          <p:cNvSpPr>
            <a:spLocks xmlns:a="http://schemas.openxmlformats.org/drawingml/2006/main" noGrp="1"/>
          </p:cNvSpPr>
          <p:nvPr/>
        </p:nvSpPr>
        <p:spPr>
          <a:xfrm xmlns:a="http://schemas.openxmlformats.org/drawingml/2006/main">
            <a:off x="2476500" y="4124325"/>
            <a:ext cx="1190625" cy="0"/>
          </a:xfrm>
          <a:prstGeom xmlns:a="http://schemas.openxmlformats.org/drawingml/2006/main" prst="line">
            <a:avLst/>
          </a:prstGeom>
          <a:noFill xmlns:a="http://schemas.openxmlformats.org/drawingml/2006/main"/>
          <a:ln xmlns:a="http://schemas.openxmlformats.org/drawingml/2006/main" w="19050">
            <a:solidFill>
              <a:srgbClr val="1C9A91"/>
            </a:solidFill>
            <a:prstDash val="solid"/>
          </a:ln>
        </p:spPr>
      </p:sp>
      <p:sp>
        <p:nvSpPr>
          <p:cNvPr id="32" name="">
            <a:extLst xmlns:a="http://schemas.openxmlformats.org/drawingml/2006/main">
              <a:ext uri="{FF2B5EF4-FFF2-40B4-BE49-F238E27FC236}">
                <a16:creationId xmlns:a16="http://schemas.microsoft.com/office/drawing/2014/main" id="{792D4DA5-95F0-48D6-BDC0-0EFCE0435998}"/>
              </a:ext>
            </a:extLst>
          </p:cNvPr>
          <p:cNvSpPr>
            <a:spLocks xmlns:a="http://schemas.openxmlformats.org/drawingml/2006/main" noGrp="1"/>
          </p:cNvSpPr>
          <p:nvPr/>
        </p:nvSpPr>
        <p:spPr>
          <a:xfrm xmlns:a="http://schemas.openxmlformats.org/drawingml/2006/main">
            <a:off x="3667125" y="4124325"/>
            <a:ext cx="1285875" cy="0"/>
          </a:xfrm>
          <a:prstGeom xmlns:a="http://schemas.openxmlformats.org/drawingml/2006/main" prst="line">
            <a:avLst/>
          </a:prstGeom>
          <a:noFill xmlns:a="http://schemas.openxmlformats.org/drawingml/2006/main"/>
          <a:ln xmlns:a="http://schemas.openxmlformats.org/drawingml/2006/main" w="19050">
            <a:solidFill>
              <a:srgbClr val="F2B84B"/>
            </a:solidFill>
            <a:prstDash val="solid"/>
          </a:ln>
        </p:spPr>
      </p:sp>
      <p:sp>
        <p:nvSpPr>
          <p:cNvPr id="33" name="">
            <a:extLst xmlns:a="http://schemas.openxmlformats.org/drawingml/2006/main">
              <a:ext uri="{FF2B5EF4-FFF2-40B4-BE49-F238E27FC236}">
                <a16:creationId xmlns:a16="http://schemas.microsoft.com/office/drawing/2014/main" id="{AEEDF5BA-1990-474B-B5F9-794A6455360E}"/>
              </a:ext>
            </a:extLst>
          </p:cNvPr>
          <p:cNvSpPr>
            <a:spLocks xmlns:a="http://schemas.openxmlformats.org/drawingml/2006/main" noGrp="1"/>
          </p:cNvSpPr>
          <p:nvPr/>
        </p:nvSpPr>
        <p:spPr>
          <a:xfrm xmlns:a="http://schemas.openxmlformats.org/drawingml/2006/main">
            <a:off x="952500" y="4362450"/>
            <a:ext cx="3095625" cy="1028700"/>
          </a:xfrm>
          <a:prstGeom xmlns:a="http://schemas.openxmlformats.org/drawingml/2006/main" prst="roundRect">
            <a:avLst>
              <a:gd name="adj" fmla="val 7407"/>
            </a:avLst>
          </a:prstGeom>
          <a:solidFill xmlns:a="http://schemas.openxmlformats.org/drawingml/2006/main">
            <a:srgbClr val="DDF4F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B5ABFE0-CF9A-4FF8-9891-BE70427CEF23}"/>
              </a:ext>
            </a:extLst>
          </p:cNvPr>
          <p:cNvSpPr>
            <a:spLocks xmlns:a="http://schemas.openxmlformats.org/drawingml/2006/main" noGrp="1"/>
          </p:cNvSpPr>
          <p:nvPr/>
        </p:nvSpPr>
        <p:spPr>
          <a:xfrm xmlns:a="http://schemas.openxmlformats.org/drawingml/2006/main">
            <a:off x="1171575" y="4514850"/>
            <a:ext cx="252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C9A91"/>
                </a:solidFill>
              </a:defRPr>
            </a:defPPr>
            <a:lvl1pPr algn="l">
              <a:defRPr sz="1275" b="1">
                <a:solidFill>
                  <a:srgbClr val="1C9A91"/>
                </a:solidFill>
              </a:defRPr>
            </a:lvl1pPr>
            <a:lvl2pPr algn="l">
              <a:defRPr sz="1275" b="1">
                <a:solidFill>
                  <a:srgbClr val="1C9A91"/>
                </a:solidFill>
              </a:defRPr>
            </a:lvl2pPr>
            <a:lvl3pPr algn="l">
              <a:defRPr sz="1275" b="1">
                <a:solidFill>
                  <a:srgbClr val="1C9A91"/>
                </a:solidFill>
              </a:defRPr>
            </a:lvl3pPr>
            <a:lvl4pPr algn="l">
              <a:defRPr sz="1275" b="1">
                <a:solidFill>
                  <a:srgbClr val="1C9A91"/>
                </a:solidFill>
              </a:defRPr>
            </a:lvl4pPr>
            <a:lvl5pPr algn="l">
              <a:defRPr sz="1275" b="1">
                <a:solidFill>
                  <a:srgbClr val="1C9A91"/>
                </a:solidFill>
              </a:defRPr>
            </a:lvl5pPr>
            <a:lvl6pPr algn="l">
              <a:defRPr sz="1275" b="1">
                <a:solidFill>
                  <a:srgbClr val="1C9A91"/>
                </a:solidFill>
              </a:defRPr>
            </a:lvl6pPr>
            <a:lvl7pPr algn="l">
              <a:defRPr sz="1275" b="1">
                <a:solidFill>
                  <a:srgbClr val="1C9A91"/>
                </a:solidFill>
              </a:defRPr>
            </a:lvl7pPr>
            <a:lvl8pPr algn="l">
              <a:defRPr sz="1275" b="1">
                <a:solidFill>
                  <a:srgbClr val="1C9A91"/>
                </a:solidFill>
              </a:defRPr>
            </a:lvl8pPr>
            <a:lvl9pPr algn="l">
              <a:defRPr sz="1275" b="1">
                <a:solidFill>
                  <a:srgbClr val="1C9A91"/>
                </a:solidFill>
              </a:defRPr>
            </a:lvl9pPr>
          </a:lstStyle>
          <a:p xmlns:a="http://schemas.openxmlformats.org/drawingml/2006/main">
            <a:pPr algn="l">
              <a:defRPr sz="1275" b="1">
                <a:solidFill>
                  <a:srgbClr val="1C9A91"/>
                </a:solidFill>
              </a:defRPr>
            </a:pPr>
            <a:r>
              <a:rPr sz="1275" b="1">
                <a:solidFill>
                  <a:srgbClr val="1C9A91"/>
                </a:solidFill>
              </a:rPr>
              <a:t>TRAIN  •  80%</a:t>
            </a:r>
          </a:p>
        </p:txBody>
      </p:sp>
      <p:sp>
        <p:nvSpPr>
          <p:cNvPr id="35" name="">
            <a:extLst xmlns:a="http://schemas.openxmlformats.org/drawingml/2006/main">
              <a:ext uri="{FF2B5EF4-FFF2-40B4-BE49-F238E27FC236}">
                <a16:creationId xmlns:a16="http://schemas.microsoft.com/office/drawing/2014/main" id="{14087F21-CDD5-4F6A-B496-C169A63F333F}"/>
              </a:ext>
            </a:extLst>
          </p:cNvPr>
          <p:cNvSpPr>
            <a:spLocks xmlns:a="http://schemas.openxmlformats.org/drawingml/2006/main" noGrp="1"/>
          </p:cNvSpPr>
          <p:nvPr/>
        </p:nvSpPr>
        <p:spPr>
          <a:xfrm xmlns:a="http://schemas.openxmlformats.org/drawingml/2006/main">
            <a:off x="1171575" y="485775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183047"/>
                </a:solidFill>
              </a:defRPr>
            </a:defPPr>
            <a:lvl1pPr algn="l">
              <a:defRPr sz="1200" b="0">
                <a:solidFill>
                  <a:srgbClr val="183047"/>
                </a:solidFill>
              </a:defRPr>
            </a:lvl1pPr>
            <a:lvl2pPr algn="l">
              <a:defRPr sz="1200" b="0">
                <a:solidFill>
                  <a:srgbClr val="183047"/>
                </a:solidFill>
              </a:defRPr>
            </a:lvl2pPr>
            <a:lvl3pPr algn="l">
              <a:defRPr sz="1200" b="0">
                <a:solidFill>
                  <a:srgbClr val="183047"/>
                </a:solidFill>
              </a:defRPr>
            </a:lvl3pPr>
            <a:lvl4pPr algn="l">
              <a:defRPr sz="1200" b="0">
                <a:solidFill>
                  <a:srgbClr val="183047"/>
                </a:solidFill>
              </a:defRPr>
            </a:lvl4pPr>
            <a:lvl5pPr algn="l">
              <a:defRPr sz="1200" b="0">
                <a:solidFill>
                  <a:srgbClr val="183047"/>
                </a:solidFill>
              </a:defRPr>
            </a:lvl5pPr>
            <a:lvl6pPr algn="l">
              <a:defRPr sz="1200" b="0">
                <a:solidFill>
                  <a:srgbClr val="183047"/>
                </a:solidFill>
              </a:defRPr>
            </a:lvl6pPr>
            <a:lvl7pPr algn="l">
              <a:defRPr sz="1200" b="0">
                <a:solidFill>
                  <a:srgbClr val="183047"/>
                </a:solidFill>
              </a:defRPr>
            </a:lvl7pPr>
            <a:lvl8pPr algn="l">
              <a:defRPr sz="1200" b="0">
                <a:solidFill>
                  <a:srgbClr val="183047"/>
                </a:solidFill>
              </a:defRPr>
            </a:lvl8pPr>
            <a:lvl9pPr algn="l">
              <a:defRPr sz="1200" b="0">
                <a:solidFill>
                  <a:srgbClr val="183047"/>
                </a:solidFill>
              </a:defRPr>
            </a:lvl9pPr>
          </a:lstStyle>
          <a:p xmlns:a="http://schemas.openxmlformats.org/drawingml/2006/main">
            <a:pPr algn="l">
              <a:defRPr sz="1200" b="0">
                <a:solidFill>
                  <a:srgbClr val="183047"/>
                </a:solidFill>
              </a:defRPr>
            </a:pPr>
            <a:r>
              <a:rPr sz="1200" b="0">
                <a:solidFill>
                  <a:srgbClr val="183047"/>
                </a:solidFill>
              </a:rPr>
              <a:t>Learn vocabulary + word patterns</a:t>
            </a:r>
          </a:p>
        </p:txBody>
      </p:sp>
      <p:sp>
        <p:nvSpPr>
          <p:cNvPr id="36" name="">
            <a:extLst xmlns:a="http://schemas.openxmlformats.org/drawingml/2006/main">
              <a:ext uri="{FF2B5EF4-FFF2-40B4-BE49-F238E27FC236}">
                <a16:creationId xmlns:a16="http://schemas.microsoft.com/office/drawing/2014/main" id="{EEBEDB31-2C0E-463C-8F5D-4698B45A200E}"/>
              </a:ext>
            </a:extLst>
          </p:cNvPr>
          <p:cNvSpPr>
            <a:spLocks xmlns:a="http://schemas.openxmlformats.org/drawingml/2006/main" noGrp="1"/>
          </p:cNvSpPr>
          <p:nvPr/>
        </p:nvSpPr>
        <p:spPr>
          <a:xfrm xmlns:a="http://schemas.openxmlformats.org/drawingml/2006/main">
            <a:off x="4286250" y="4362450"/>
            <a:ext cx="3095625" cy="1028700"/>
          </a:xfrm>
          <a:prstGeom xmlns:a="http://schemas.openxmlformats.org/drawingml/2006/main" prst="roundRect">
            <a:avLst>
              <a:gd name="adj" fmla="val 7407"/>
            </a:avLst>
          </a:prstGeom>
          <a:solidFill xmlns:a="http://schemas.openxmlformats.org/drawingml/2006/main">
            <a:srgbClr val="FFF2D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5F358AC-4007-4505-BB83-5F3D66A995B3}"/>
              </a:ext>
            </a:extLst>
          </p:cNvPr>
          <p:cNvSpPr>
            <a:spLocks xmlns:a="http://schemas.openxmlformats.org/drawingml/2006/main" noGrp="1"/>
          </p:cNvSpPr>
          <p:nvPr/>
        </p:nvSpPr>
        <p:spPr>
          <a:xfrm xmlns:a="http://schemas.openxmlformats.org/drawingml/2006/main">
            <a:off x="4514850" y="4514850"/>
            <a:ext cx="252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93630E"/>
                </a:solidFill>
              </a:defRPr>
            </a:defPPr>
            <a:lvl1pPr algn="l">
              <a:defRPr sz="1275" b="1">
                <a:solidFill>
                  <a:srgbClr val="93630E"/>
                </a:solidFill>
              </a:defRPr>
            </a:lvl1pPr>
            <a:lvl2pPr algn="l">
              <a:defRPr sz="1275" b="1">
                <a:solidFill>
                  <a:srgbClr val="93630E"/>
                </a:solidFill>
              </a:defRPr>
            </a:lvl2pPr>
            <a:lvl3pPr algn="l">
              <a:defRPr sz="1275" b="1">
                <a:solidFill>
                  <a:srgbClr val="93630E"/>
                </a:solidFill>
              </a:defRPr>
            </a:lvl3pPr>
            <a:lvl4pPr algn="l">
              <a:defRPr sz="1275" b="1">
                <a:solidFill>
                  <a:srgbClr val="93630E"/>
                </a:solidFill>
              </a:defRPr>
            </a:lvl4pPr>
            <a:lvl5pPr algn="l">
              <a:defRPr sz="1275" b="1">
                <a:solidFill>
                  <a:srgbClr val="93630E"/>
                </a:solidFill>
              </a:defRPr>
            </a:lvl5pPr>
            <a:lvl6pPr algn="l">
              <a:defRPr sz="1275" b="1">
                <a:solidFill>
                  <a:srgbClr val="93630E"/>
                </a:solidFill>
              </a:defRPr>
            </a:lvl6pPr>
            <a:lvl7pPr algn="l">
              <a:defRPr sz="1275" b="1">
                <a:solidFill>
                  <a:srgbClr val="93630E"/>
                </a:solidFill>
              </a:defRPr>
            </a:lvl7pPr>
            <a:lvl8pPr algn="l">
              <a:defRPr sz="1275" b="1">
                <a:solidFill>
                  <a:srgbClr val="93630E"/>
                </a:solidFill>
              </a:defRPr>
            </a:lvl8pPr>
            <a:lvl9pPr algn="l">
              <a:defRPr sz="1275" b="1">
                <a:solidFill>
                  <a:srgbClr val="93630E"/>
                </a:solidFill>
              </a:defRPr>
            </a:lvl9pPr>
          </a:lstStyle>
          <a:p xmlns:a="http://schemas.openxmlformats.org/drawingml/2006/main">
            <a:pPr algn="l">
              <a:defRPr sz="1275" b="1">
                <a:solidFill>
                  <a:srgbClr val="93630E"/>
                </a:solidFill>
              </a:defRPr>
            </a:pPr>
            <a:r>
              <a:rPr sz="1275" b="1">
                <a:solidFill>
                  <a:srgbClr val="93630E"/>
                </a:solidFill>
              </a:rPr>
              <a:t>TEST  •  20%</a:t>
            </a:r>
          </a:p>
        </p:txBody>
      </p:sp>
      <p:sp>
        <p:nvSpPr>
          <p:cNvPr id="38" name="">
            <a:extLst xmlns:a="http://schemas.openxmlformats.org/drawingml/2006/main">
              <a:ext uri="{FF2B5EF4-FFF2-40B4-BE49-F238E27FC236}">
                <a16:creationId xmlns:a16="http://schemas.microsoft.com/office/drawing/2014/main" id="{BEDF03C9-E838-4986-AD40-60FDFC6FF697}"/>
              </a:ext>
            </a:extLst>
          </p:cNvPr>
          <p:cNvSpPr>
            <a:spLocks xmlns:a="http://schemas.openxmlformats.org/drawingml/2006/main" noGrp="1"/>
          </p:cNvSpPr>
          <p:nvPr/>
        </p:nvSpPr>
        <p:spPr>
          <a:xfrm xmlns:a="http://schemas.openxmlformats.org/drawingml/2006/main">
            <a:off x="4514850" y="485775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183047"/>
                </a:solidFill>
              </a:defRPr>
            </a:defPPr>
            <a:lvl1pPr algn="l">
              <a:defRPr sz="1200" b="0">
                <a:solidFill>
                  <a:srgbClr val="183047"/>
                </a:solidFill>
              </a:defRPr>
            </a:lvl1pPr>
            <a:lvl2pPr algn="l">
              <a:defRPr sz="1200" b="0">
                <a:solidFill>
                  <a:srgbClr val="183047"/>
                </a:solidFill>
              </a:defRPr>
            </a:lvl2pPr>
            <a:lvl3pPr algn="l">
              <a:defRPr sz="1200" b="0">
                <a:solidFill>
                  <a:srgbClr val="183047"/>
                </a:solidFill>
              </a:defRPr>
            </a:lvl3pPr>
            <a:lvl4pPr algn="l">
              <a:defRPr sz="1200" b="0">
                <a:solidFill>
                  <a:srgbClr val="183047"/>
                </a:solidFill>
              </a:defRPr>
            </a:lvl4pPr>
            <a:lvl5pPr algn="l">
              <a:defRPr sz="1200" b="0">
                <a:solidFill>
                  <a:srgbClr val="183047"/>
                </a:solidFill>
              </a:defRPr>
            </a:lvl5pPr>
            <a:lvl6pPr algn="l">
              <a:defRPr sz="1200" b="0">
                <a:solidFill>
                  <a:srgbClr val="183047"/>
                </a:solidFill>
              </a:defRPr>
            </a:lvl6pPr>
            <a:lvl7pPr algn="l">
              <a:defRPr sz="1200" b="0">
                <a:solidFill>
                  <a:srgbClr val="183047"/>
                </a:solidFill>
              </a:defRPr>
            </a:lvl7pPr>
            <a:lvl8pPr algn="l">
              <a:defRPr sz="1200" b="0">
                <a:solidFill>
                  <a:srgbClr val="183047"/>
                </a:solidFill>
              </a:defRPr>
            </a:lvl8pPr>
            <a:lvl9pPr algn="l">
              <a:defRPr sz="1200" b="0">
                <a:solidFill>
                  <a:srgbClr val="183047"/>
                </a:solidFill>
              </a:defRPr>
            </a:lvl9pPr>
          </a:lstStyle>
          <a:p xmlns:a="http://schemas.openxmlformats.org/drawingml/2006/main">
            <a:pPr algn="l">
              <a:defRPr sz="1200" b="0">
                <a:solidFill>
                  <a:srgbClr val="183047"/>
                </a:solidFill>
              </a:defRPr>
            </a:pPr>
            <a:r>
              <a:rPr sz="1200" b="0">
                <a:solidFill>
                  <a:srgbClr val="183047"/>
                </a:solidFill>
              </a:rPr>
              <a:t>Evaluate on unseen messages</a:t>
            </a:r>
          </a:p>
        </p:txBody>
      </p:sp>
      <p:sp>
        <p:nvSpPr>
          <p:cNvPr id="39" name="">
            <a:extLst xmlns:a="http://schemas.openxmlformats.org/drawingml/2006/main">
              <a:ext uri="{FF2B5EF4-FFF2-40B4-BE49-F238E27FC236}">
                <a16:creationId xmlns:a16="http://schemas.microsoft.com/office/drawing/2014/main" id="{3B5D3E91-7A92-4238-BB8C-1DB40B5B0016}"/>
              </a:ext>
            </a:extLst>
          </p:cNvPr>
          <p:cNvSpPr>
            <a:spLocks xmlns:a="http://schemas.openxmlformats.org/drawingml/2006/main" noGrp="1"/>
          </p:cNvSpPr>
          <p:nvPr/>
        </p:nvSpPr>
        <p:spPr>
          <a:xfrm xmlns:a="http://schemas.openxmlformats.org/drawingml/2006/main">
            <a:off x="7953375" y="4038600"/>
            <a:ext cx="3476625"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9525">
            <a:solidFill>
              <a:srgbClr val="D9E3E9"/>
            </a:solidFill>
            <a:prstDash val="solid"/>
          </a:ln>
        </p:spPr>
      </p:sp>
      <p:sp>
        <p:nvSpPr>
          <p:cNvPr id="40" name="">
            <a:extLst xmlns:a="http://schemas.openxmlformats.org/drawingml/2006/main">
              <a:ext uri="{FF2B5EF4-FFF2-40B4-BE49-F238E27FC236}">
                <a16:creationId xmlns:a16="http://schemas.microsoft.com/office/drawing/2014/main" id="{011D24CF-6B88-4087-912B-8633F0F21DAA}"/>
              </a:ext>
            </a:extLst>
          </p:cNvPr>
          <p:cNvSpPr>
            <a:spLocks xmlns:a="http://schemas.openxmlformats.org/drawingml/2006/main" noGrp="1"/>
          </p:cNvSpPr>
          <p:nvPr/>
        </p:nvSpPr>
        <p:spPr>
          <a:xfrm xmlns:a="http://schemas.openxmlformats.org/drawingml/2006/main">
            <a:off x="8172450" y="4210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0243A"/>
                </a:solidFill>
              </a:defRPr>
            </a:defPPr>
            <a:lvl1pPr algn="l">
              <a:defRPr sz="1275" b="1">
                <a:solidFill>
                  <a:srgbClr val="10243A"/>
                </a:solidFill>
              </a:defRPr>
            </a:lvl1pPr>
            <a:lvl2pPr algn="l">
              <a:defRPr sz="1275" b="1">
                <a:solidFill>
                  <a:srgbClr val="10243A"/>
                </a:solidFill>
              </a:defRPr>
            </a:lvl2pPr>
            <a:lvl3pPr algn="l">
              <a:defRPr sz="1275" b="1">
                <a:solidFill>
                  <a:srgbClr val="10243A"/>
                </a:solidFill>
              </a:defRPr>
            </a:lvl3pPr>
            <a:lvl4pPr algn="l">
              <a:defRPr sz="1275" b="1">
                <a:solidFill>
                  <a:srgbClr val="10243A"/>
                </a:solidFill>
              </a:defRPr>
            </a:lvl4pPr>
            <a:lvl5pPr algn="l">
              <a:defRPr sz="1275" b="1">
                <a:solidFill>
                  <a:srgbClr val="10243A"/>
                </a:solidFill>
              </a:defRPr>
            </a:lvl5pPr>
            <a:lvl6pPr algn="l">
              <a:defRPr sz="1275" b="1">
                <a:solidFill>
                  <a:srgbClr val="10243A"/>
                </a:solidFill>
              </a:defRPr>
            </a:lvl6pPr>
            <a:lvl7pPr algn="l">
              <a:defRPr sz="1275" b="1">
                <a:solidFill>
                  <a:srgbClr val="10243A"/>
                </a:solidFill>
              </a:defRPr>
            </a:lvl7pPr>
            <a:lvl8pPr algn="l">
              <a:defRPr sz="1275" b="1">
                <a:solidFill>
                  <a:srgbClr val="10243A"/>
                </a:solidFill>
              </a:defRPr>
            </a:lvl8pPr>
            <a:lvl9pPr algn="l">
              <a:defRPr sz="1275" b="1">
                <a:solidFill>
                  <a:srgbClr val="10243A"/>
                </a:solidFill>
              </a:defRPr>
            </a:lvl9pPr>
          </a:lstStyle>
          <a:p xmlns:a="http://schemas.openxmlformats.org/drawingml/2006/main">
            <a:pPr algn="l">
              <a:defRPr sz="1275" b="1">
                <a:solidFill>
                  <a:srgbClr val="10243A"/>
                </a:solidFill>
              </a:defRPr>
            </a:pPr>
            <a:r>
              <a:rPr sz="1275" b="1">
                <a:solidFill>
                  <a:srgbClr val="10243A"/>
                </a:solidFill>
              </a:rPr>
              <a:t>Leakage check</a:t>
            </a:r>
          </a:p>
        </p:txBody>
      </p:sp>
      <p:sp>
        <p:nvSpPr>
          <p:cNvPr id="41" name="">
            <a:extLst xmlns:a="http://schemas.openxmlformats.org/drawingml/2006/main">
              <a:ext uri="{FF2B5EF4-FFF2-40B4-BE49-F238E27FC236}">
                <a16:creationId xmlns:a16="http://schemas.microsoft.com/office/drawing/2014/main" id="{3C8B9767-B054-415E-AD70-CF5FC51A878D}"/>
              </a:ext>
            </a:extLst>
          </p:cNvPr>
          <p:cNvSpPr>
            <a:spLocks xmlns:a="http://schemas.openxmlformats.org/drawingml/2006/main" noGrp="1"/>
          </p:cNvSpPr>
          <p:nvPr/>
        </p:nvSpPr>
        <p:spPr>
          <a:xfrm xmlns:a="http://schemas.openxmlformats.org/drawingml/2006/main">
            <a:off x="8172450" y="4581525"/>
            <a:ext cx="2990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87087"/>
                </a:solidFill>
              </a:defRPr>
            </a:defPPr>
            <a:lvl1pPr algn="l">
              <a:defRPr sz="1200" b="0">
                <a:solidFill>
                  <a:srgbClr val="587087"/>
                </a:solidFill>
              </a:defRPr>
            </a:lvl1pPr>
            <a:lvl2pPr algn="l">
              <a:defRPr sz="1200" b="0">
                <a:solidFill>
                  <a:srgbClr val="587087"/>
                </a:solidFill>
              </a:defRPr>
            </a:lvl2pPr>
            <a:lvl3pPr algn="l">
              <a:defRPr sz="1200" b="0">
                <a:solidFill>
                  <a:srgbClr val="587087"/>
                </a:solidFill>
              </a:defRPr>
            </a:lvl3pPr>
            <a:lvl4pPr algn="l">
              <a:defRPr sz="1200" b="0">
                <a:solidFill>
                  <a:srgbClr val="587087"/>
                </a:solidFill>
              </a:defRPr>
            </a:lvl4pPr>
            <a:lvl5pPr algn="l">
              <a:defRPr sz="1200" b="0">
                <a:solidFill>
                  <a:srgbClr val="587087"/>
                </a:solidFill>
              </a:defRPr>
            </a:lvl5pPr>
            <a:lvl6pPr algn="l">
              <a:defRPr sz="1200" b="0">
                <a:solidFill>
                  <a:srgbClr val="587087"/>
                </a:solidFill>
              </a:defRPr>
            </a:lvl6pPr>
            <a:lvl7pPr algn="l">
              <a:defRPr sz="1200" b="0">
                <a:solidFill>
                  <a:srgbClr val="587087"/>
                </a:solidFill>
              </a:defRPr>
            </a:lvl7pPr>
            <a:lvl8pPr algn="l">
              <a:defRPr sz="1200" b="0">
                <a:solidFill>
                  <a:srgbClr val="587087"/>
                </a:solidFill>
              </a:defRPr>
            </a:lvl8pPr>
            <a:lvl9pPr algn="l">
              <a:defRPr sz="1200" b="0">
                <a:solidFill>
                  <a:srgbClr val="587087"/>
                </a:solidFill>
              </a:defRPr>
            </a:lvl9pPr>
          </a:lstStyle>
          <a:p xmlns:a="http://schemas.openxmlformats.org/drawingml/2006/main">
            <a:pPr algn="l">
              <a:defRPr sz="1200" b="0">
                <a:solidFill>
                  <a:srgbClr val="587087"/>
                </a:solidFill>
              </a:defRPr>
            </a:pPr>
            <a:r>
              <a:rPr sz="1200" b="0">
                <a:solidFill>
                  <a:srgbClr val="587087"/>
                </a:solidFill>
              </a:rPr>
              <a:t>Fit TF-IDF on training texts only.</a:t>
            </a:r>
          </a:p>
          <a:p xmlns:a="http://schemas.openxmlformats.org/drawingml/2006/main">
            <a:pPr algn="l">
              <a:defRPr sz="1200" b="0">
                <a:solidFill>
                  <a:srgbClr val="587087"/>
                </a:solidFill>
              </a:defRPr>
            </a:pPr>
            <a:r>
              <a:rPr sz="1200" b="0">
                <a:solidFill>
                  <a:srgbClr val="587087"/>
                </a:solidFill>
              </a:rPr>
              <a:t>Transform test texts with that same vocabulary.</a:t>
            </a:r>
          </a:p>
        </p:txBody>
      </p:sp>
      <p:sp>
        <p:nvSpPr>
          <p:cNvPr id="42" name="">
            <a:extLst xmlns:a="http://schemas.openxmlformats.org/drawingml/2006/main">
              <a:ext uri="{FF2B5EF4-FFF2-40B4-BE49-F238E27FC236}">
                <a16:creationId xmlns:a16="http://schemas.microsoft.com/office/drawing/2014/main" id="{B3FCAB32-811C-42EC-89C3-D67DA85EBEF0}"/>
              </a:ext>
            </a:extLst>
          </p:cNvPr>
          <p:cNvSpPr>
            <a:spLocks xmlns:a="http://schemas.openxmlformats.org/drawingml/2006/main" noGrp="1"/>
          </p:cNvSpPr>
          <p:nvPr/>
        </p:nvSpPr>
        <p:spPr>
          <a:xfrm xmlns:a="http://schemas.openxmlformats.org/drawingml/2006/main">
            <a:off x="666750" y="5838825"/>
            <a:ext cx="1076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87087"/>
                </a:solidFill>
              </a:defRPr>
            </a:defPPr>
            <a:lvl1pPr algn="l">
              <a:defRPr sz="1200" b="0">
                <a:solidFill>
                  <a:srgbClr val="587087"/>
                </a:solidFill>
              </a:defRPr>
            </a:lvl1pPr>
            <a:lvl2pPr algn="l">
              <a:defRPr sz="1200" b="0">
                <a:solidFill>
                  <a:srgbClr val="587087"/>
                </a:solidFill>
              </a:defRPr>
            </a:lvl2pPr>
            <a:lvl3pPr algn="l">
              <a:defRPr sz="1200" b="0">
                <a:solidFill>
                  <a:srgbClr val="587087"/>
                </a:solidFill>
              </a:defRPr>
            </a:lvl3pPr>
            <a:lvl4pPr algn="l">
              <a:defRPr sz="1200" b="0">
                <a:solidFill>
                  <a:srgbClr val="587087"/>
                </a:solidFill>
              </a:defRPr>
            </a:lvl4pPr>
            <a:lvl5pPr algn="l">
              <a:defRPr sz="1200" b="0">
                <a:solidFill>
                  <a:srgbClr val="587087"/>
                </a:solidFill>
              </a:defRPr>
            </a:lvl5pPr>
            <a:lvl6pPr algn="l">
              <a:defRPr sz="1200" b="0">
                <a:solidFill>
                  <a:srgbClr val="587087"/>
                </a:solidFill>
              </a:defRPr>
            </a:lvl6pPr>
            <a:lvl7pPr algn="l">
              <a:defRPr sz="1200" b="0">
                <a:solidFill>
                  <a:srgbClr val="587087"/>
                </a:solidFill>
              </a:defRPr>
            </a:lvl7pPr>
            <a:lvl8pPr algn="l">
              <a:defRPr sz="1200" b="0">
                <a:solidFill>
                  <a:srgbClr val="587087"/>
                </a:solidFill>
              </a:defRPr>
            </a:lvl8pPr>
            <a:lvl9pPr algn="l">
              <a:defRPr sz="1200" b="0">
                <a:solidFill>
                  <a:srgbClr val="587087"/>
                </a:solidFill>
              </a:defRPr>
            </a:lvl9pPr>
          </a:lstStyle>
          <a:p xmlns:a="http://schemas.openxmlformats.org/drawingml/2006/main">
            <a:pPr algn="l">
              <a:defRPr sz="1200" b="0">
                <a:solidFill>
                  <a:srgbClr val="587087"/>
                </a:solidFill>
              </a:defRPr>
            </a:pPr>
            <a:r>
              <a:rPr sz="1200" b="0">
                <a:solidFill>
                  <a:srgbClr val="587087"/>
                </a:solidFill>
              </a:rPr>
              <a:t>stratify=y keeps the spam share similar in both sets  •  random_state=42 makes the split repeatable</a:t>
            </a:r>
          </a:p>
        </p:txBody>
      </p:sp>
    </p:spTree>
    <p:extLst>
      <p:ext uri="{BB962C8B-B14F-4D97-AF65-F5344CB8AC3E}">
        <p14:creationId xmlns:p14="http://schemas.microsoft.com/office/powerpoint/2010/main" val="615362139"/>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8D39D0A-0C49-4417-B052-301416544BF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C9A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3A7E9C-230C-4920-93FA-C566C33D5155}"/>
              </a:ext>
            </a:extLst>
          </p:cNvPr>
          <p:cNvSpPr>
            <a:spLocks xmlns:a="http://schemas.openxmlformats.org/drawingml/2006/main" noGrp="1"/>
          </p:cNvSpPr>
          <p:nvPr/>
        </p:nvSpPr>
        <p:spPr>
          <a:xfrm xmlns:a="http://schemas.openxmlformats.org/drawingml/2006/main">
            <a:off x="628650" y="3619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0243A"/>
                </a:solidFill>
              </a:defRPr>
            </a:defPPr>
            <a:lvl1pPr algn="l">
              <a:defRPr sz="2550" b="1">
                <a:solidFill>
                  <a:srgbClr val="10243A"/>
                </a:solidFill>
              </a:defRPr>
            </a:lvl1pPr>
            <a:lvl2pPr algn="l">
              <a:defRPr sz="2550" b="1">
                <a:solidFill>
                  <a:srgbClr val="10243A"/>
                </a:solidFill>
              </a:defRPr>
            </a:lvl2pPr>
            <a:lvl3pPr algn="l">
              <a:defRPr sz="2550" b="1">
                <a:solidFill>
                  <a:srgbClr val="10243A"/>
                </a:solidFill>
              </a:defRPr>
            </a:lvl3pPr>
            <a:lvl4pPr algn="l">
              <a:defRPr sz="2550" b="1">
                <a:solidFill>
                  <a:srgbClr val="10243A"/>
                </a:solidFill>
              </a:defRPr>
            </a:lvl4pPr>
            <a:lvl5pPr algn="l">
              <a:defRPr sz="2550" b="1">
                <a:solidFill>
                  <a:srgbClr val="10243A"/>
                </a:solidFill>
              </a:defRPr>
            </a:lvl5pPr>
            <a:lvl6pPr algn="l">
              <a:defRPr sz="2550" b="1">
                <a:solidFill>
                  <a:srgbClr val="10243A"/>
                </a:solidFill>
              </a:defRPr>
            </a:lvl6pPr>
            <a:lvl7pPr algn="l">
              <a:defRPr sz="2550" b="1">
                <a:solidFill>
                  <a:srgbClr val="10243A"/>
                </a:solidFill>
              </a:defRPr>
            </a:lvl7pPr>
            <a:lvl8pPr algn="l">
              <a:defRPr sz="2550" b="1">
                <a:solidFill>
                  <a:srgbClr val="10243A"/>
                </a:solidFill>
              </a:defRPr>
            </a:lvl8pPr>
            <a:lvl9pPr algn="l">
              <a:defRPr sz="2550" b="1">
                <a:solidFill>
                  <a:srgbClr val="10243A"/>
                </a:solidFill>
              </a:defRPr>
            </a:lvl9pPr>
          </a:lstStyle>
          <a:p xmlns:a="http://schemas.openxmlformats.org/drawingml/2006/main">
            <a:pPr algn="l">
              <a:defRPr sz="2550" b="1">
                <a:solidFill>
                  <a:srgbClr val="10243A"/>
                </a:solidFill>
              </a:defRPr>
            </a:pPr>
            <a:r>
              <a:rPr sz="2550" b="1">
                <a:solidFill>
                  <a:srgbClr val="10243A"/>
                </a:solidFill>
              </a:rPr>
              <a:t>Turning SMS text into useful features</a:t>
            </a:r>
          </a:p>
        </p:txBody>
      </p:sp>
      <p:sp>
        <p:nvSpPr>
          <p:cNvPr id="3" name="">
            <a:extLst xmlns:a="http://schemas.openxmlformats.org/drawingml/2006/main">
              <a:ext uri="{FF2B5EF4-FFF2-40B4-BE49-F238E27FC236}">
                <a16:creationId xmlns:a16="http://schemas.microsoft.com/office/drawing/2014/main" id="{CBA0AFED-C836-446C-AC19-95D143306DE9}"/>
              </a:ext>
            </a:extLst>
          </p:cNvPr>
          <p:cNvSpPr>
            <a:spLocks xmlns:a="http://schemas.openxmlformats.org/drawingml/2006/main" noGrp="1"/>
          </p:cNvSpPr>
          <p:nvPr/>
        </p:nvSpPr>
        <p:spPr>
          <a:xfrm xmlns:a="http://schemas.openxmlformats.org/drawingml/2006/main">
            <a:off x="628650" y="981075"/>
            <a:ext cx="10934700" cy="0"/>
          </a:xfrm>
          <a:prstGeom xmlns:a="http://schemas.openxmlformats.org/drawingml/2006/main" prst="line">
            <a:avLst/>
          </a:prstGeom>
          <a:noFill xmlns:a="http://schemas.openxmlformats.org/drawingml/2006/main"/>
          <a:ln xmlns:a="http://schemas.openxmlformats.org/drawingml/2006/main" w="12383">
            <a:solidFill>
              <a:srgbClr val="D9E3E9"/>
            </a:solidFill>
            <a:prstDash val="solid"/>
          </a:ln>
        </p:spPr>
      </p:sp>
      <p:sp>
        <p:nvSpPr>
          <p:cNvPr id="4" name="">
            <a:extLst xmlns:a="http://schemas.openxmlformats.org/drawingml/2006/main">
              <a:ext uri="{FF2B5EF4-FFF2-40B4-BE49-F238E27FC236}">
                <a16:creationId xmlns:a16="http://schemas.microsoft.com/office/drawing/2014/main" id="{5918FF39-8115-4EF7-954C-4F35943BDA7C}"/>
              </a:ext>
            </a:extLst>
          </p:cNvPr>
          <p:cNvSpPr>
            <a:spLocks xmlns:a="http://schemas.openxmlformats.org/drawingml/2006/main" noGrp="1"/>
          </p:cNvSpPr>
          <p:nvPr/>
        </p:nvSpPr>
        <p:spPr>
          <a:xfrm xmlns:a="http://schemas.openxmlformats.org/drawingml/2006/main">
            <a:off x="628650" y="6448425"/>
            <a:ext cx="923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00" b="1">
                <a:solidFill>
                  <a:srgbClr val="587087"/>
                </a:solidFill>
              </a:defRPr>
            </a:defPPr>
            <a:lvl1pPr algn="l">
              <a:defRPr sz="900" b="1">
                <a:solidFill>
                  <a:srgbClr val="587087"/>
                </a:solidFill>
              </a:defRPr>
            </a:lvl1pPr>
            <a:lvl2pPr algn="l">
              <a:defRPr sz="900" b="1">
                <a:solidFill>
                  <a:srgbClr val="587087"/>
                </a:solidFill>
              </a:defRPr>
            </a:lvl2pPr>
            <a:lvl3pPr algn="l">
              <a:defRPr sz="900" b="1">
                <a:solidFill>
                  <a:srgbClr val="587087"/>
                </a:solidFill>
              </a:defRPr>
            </a:lvl3pPr>
            <a:lvl4pPr algn="l">
              <a:defRPr sz="900" b="1">
                <a:solidFill>
                  <a:srgbClr val="587087"/>
                </a:solidFill>
              </a:defRPr>
            </a:lvl4pPr>
            <a:lvl5pPr algn="l">
              <a:defRPr sz="900" b="1">
                <a:solidFill>
                  <a:srgbClr val="587087"/>
                </a:solidFill>
              </a:defRPr>
            </a:lvl5pPr>
            <a:lvl6pPr algn="l">
              <a:defRPr sz="900" b="1">
                <a:solidFill>
                  <a:srgbClr val="587087"/>
                </a:solidFill>
              </a:defRPr>
            </a:lvl6pPr>
            <a:lvl7pPr algn="l">
              <a:defRPr sz="900" b="1">
                <a:solidFill>
                  <a:srgbClr val="587087"/>
                </a:solidFill>
              </a:defRPr>
            </a:lvl7pPr>
            <a:lvl8pPr algn="l">
              <a:defRPr sz="900" b="1">
                <a:solidFill>
                  <a:srgbClr val="587087"/>
                </a:solidFill>
              </a:defRPr>
            </a:lvl8pPr>
            <a:lvl9pPr algn="l">
              <a:defRPr sz="900" b="1">
                <a:solidFill>
                  <a:srgbClr val="587087"/>
                </a:solidFill>
              </a:defRPr>
            </a:lvl9pPr>
          </a:lstStyle>
          <a:p xmlns:a="http://schemas.openxmlformats.org/drawingml/2006/main">
            <a:pPr algn="l">
              <a:defRPr sz="900" b="1">
                <a:solidFill>
                  <a:srgbClr val="587087"/>
                </a:solidFill>
              </a:defRPr>
            </a:pPr>
            <a:r>
              <a:rPr sz="900" b="1">
                <a:solidFill>
                  <a:srgbClr val="587087"/>
                </a:solidFill>
              </a:rPr>
              <a:t>SHIKHAR AASAL  •  26BDA70036  •  BDS-111 (A)  •  AI APPLICATIONS</a:t>
            </a:r>
          </a:p>
        </p:txBody>
      </p:sp>
      <p:sp>
        <p:nvSpPr>
          <p:cNvPr id="5" name="">
            <a:extLst xmlns:a="http://schemas.openxmlformats.org/drawingml/2006/main">
              <a:ext uri="{FF2B5EF4-FFF2-40B4-BE49-F238E27FC236}">
                <a16:creationId xmlns:a16="http://schemas.microsoft.com/office/drawing/2014/main" id="{96C36FBD-7E5D-4BC1-A5C4-C44CB3F794EC}"/>
              </a:ext>
            </a:extLst>
          </p:cNvPr>
          <p:cNvSpPr>
            <a:spLocks xmlns:a="http://schemas.openxmlformats.org/drawingml/2006/main" noGrp="1"/>
          </p:cNvSpPr>
          <p:nvPr/>
        </p:nvSpPr>
        <p:spPr>
          <a:xfrm xmlns:a="http://schemas.openxmlformats.org/drawingml/2006/main">
            <a:off x="11144250" y="640080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1C9A91"/>
                </a:solidFill>
              </a:defRPr>
            </a:defPPr>
            <a:lvl1pPr algn="r">
              <a:defRPr sz="1125" b="1">
                <a:solidFill>
                  <a:srgbClr val="1C9A91"/>
                </a:solidFill>
              </a:defRPr>
            </a:lvl1pPr>
            <a:lvl2pPr algn="r">
              <a:defRPr sz="1125" b="1">
                <a:solidFill>
                  <a:srgbClr val="1C9A91"/>
                </a:solidFill>
              </a:defRPr>
            </a:lvl2pPr>
            <a:lvl3pPr algn="r">
              <a:defRPr sz="1125" b="1">
                <a:solidFill>
                  <a:srgbClr val="1C9A91"/>
                </a:solidFill>
              </a:defRPr>
            </a:lvl3pPr>
            <a:lvl4pPr algn="r">
              <a:defRPr sz="1125" b="1">
                <a:solidFill>
                  <a:srgbClr val="1C9A91"/>
                </a:solidFill>
              </a:defRPr>
            </a:lvl4pPr>
            <a:lvl5pPr algn="r">
              <a:defRPr sz="1125" b="1">
                <a:solidFill>
                  <a:srgbClr val="1C9A91"/>
                </a:solidFill>
              </a:defRPr>
            </a:lvl5pPr>
            <a:lvl6pPr algn="r">
              <a:defRPr sz="1125" b="1">
                <a:solidFill>
                  <a:srgbClr val="1C9A91"/>
                </a:solidFill>
              </a:defRPr>
            </a:lvl6pPr>
            <a:lvl7pPr algn="r">
              <a:defRPr sz="1125" b="1">
                <a:solidFill>
                  <a:srgbClr val="1C9A91"/>
                </a:solidFill>
              </a:defRPr>
            </a:lvl7pPr>
            <a:lvl8pPr algn="r">
              <a:defRPr sz="1125" b="1">
                <a:solidFill>
                  <a:srgbClr val="1C9A91"/>
                </a:solidFill>
              </a:defRPr>
            </a:lvl8pPr>
            <a:lvl9pPr algn="r">
              <a:defRPr sz="1125" b="1">
                <a:solidFill>
                  <a:srgbClr val="1C9A91"/>
                </a:solidFill>
              </a:defRPr>
            </a:lvl9pPr>
          </a:lstStyle>
          <a:p xmlns:a="http://schemas.openxmlformats.org/drawingml/2006/main">
            <a:pPr algn="r">
              <a:defRPr sz="1125" b="1">
                <a:solidFill>
                  <a:srgbClr val="1C9A91"/>
                </a:solidFill>
              </a:defRPr>
            </a:pPr>
            <a:r>
              <a:rPr sz="1125" b="1">
                <a:solidFill>
                  <a:srgbClr val="1C9A91"/>
                </a:solidFill>
              </a:rPr>
              <a:t>04</a:t>
            </a:r>
          </a:p>
        </p:txBody>
      </p:sp>
      <p:sp>
        <p:nvSpPr>
          <p:cNvPr id="6" name="">
            <a:extLst xmlns:a="http://schemas.openxmlformats.org/drawingml/2006/main">
              <a:ext uri="{FF2B5EF4-FFF2-40B4-BE49-F238E27FC236}">
                <a16:creationId xmlns:a16="http://schemas.microsoft.com/office/drawing/2014/main" id="{0E17F307-A87F-419E-9F9D-E9DAF3B5BB25}"/>
              </a:ext>
            </a:extLst>
          </p:cNvPr>
          <p:cNvSpPr>
            <a:spLocks xmlns:a="http://schemas.openxmlformats.org/drawingml/2006/main" noGrp="1"/>
          </p:cNvSpPr>
          <p:nvPr/>
        </p:nvSpPr>
        <p:spPr>
          <a:xfrm xmlns:a="http://schemas.openxmlformats.org/drawingml/2006/main">
            <a:off x="666750" y="1181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87087"/>
                </a:solidFill>
              </a:defRPr>
            </a:defPPr>
            <a:lvl1pPr algn="l">
              <a:defRPr sz="1425" b="0">
                <a:solidFill>
                  <a:srgbClr val="587087"/>
                </a:solidFill>
              </a:defRPr>
            </a:lvl1pPr>
            <a:lvl2pPr algn="l">
              <a:defRPr sz="1425" b="0">
                <a:solidFill>
                  <a:srgbClr val="587087"/>
                </a:solidFill>
              </a:defRPr>
            </a:lvl2pPr>
            <a:lvl3pPr algn="l">
              <a:defRPr sz="1425" b="0">
                <a:solidFill>
                  <a:srgbClr val="587087"/>
                </a:solidFill>
              </a:defRPr>
            </a:lvl3pPr>
            <a:lvl4pPr algn="l">
              <a:defRPr sz="1425" b="0">
                <a:solidFill>
                  <a:srgbClr val="587087"/>
                </a:solidFill>
              </a:defRPr>
            </a:lvl4pPr>
            <a:lvl5pPr algn="l">
              <a:defRPr sz="1425" b="0">
                <a:solidFill>
                  <a:srgbClr val="587087"/>
                </a:solidFill>
              </a:defRPr>
            </a:lvl5pPr>
            <a:lvl6pPr algn="l">
              <a:defRPr sz="1425" b="0">
                <a:solidFill>
                  <a:srgbClr val="587087"/>
                </a:solidFill>
              </a:defRPr>
            </a:lvl6pPr>
            <a:lvl7pPr algn="l">
              <a:defRPr sz="1425" b="0">
                <a:solidFill>
                  <a:srgbClr val="587087"/>
                </a:solidFill>
              </a:defRPr>
            </a:lvl7pPr>
            <a:lvl8pPr algn="l">
              <a:defRPr sz="1425" b="0">
                <a:solidFill>
                  <a:srgbClr val="587087"/>
                </a:solidFill>
              </a:defRPr>
            </a:lvl8pPr>
            <a:lvl9pPr algn="l">
              <a:defRPr sz="1425" b="0">
                <a:solidFill>
                  <a:srgbClr val="587087"/>
                </a:solidFill>
              </a:defRPr>
            </a:lvl9pPr>
          </a:lstStyle>
          <a:p xmlns:a="http://schemas.openxmlformats.org/drawingml/2006/main">
            <a:pPr algn="l">
              <a:defRPr sz="1425" b="0">
                <a:solidFill>
                  <a:srgbClr val="587087"/>
                </a:solidFill>
              </a:defRPr>
            </a:pPr>
            <a:r>
              <a:rPr sz="1425" b="0">
                <a:solidFill>
                  <a:srgbClr val="587087"/>
                </a:solidFill>
              </a:rPr>
              <a:t>TF-IDF weights words by their presence in a message and how uncommon they are across messages.</a:t>
            </a:r>
          </a:p>
        </p:txBody>
      </p:sp>
      <p:graphicFrame>
        <p:nvGraphicFramePr>
          <p:cNvPr id="7" name="">
            <a:extLst xmlns:a="http://schemas.openxmlformats.org/drawingml/2006/main">
              <a:ext uri="{FF2B5EF4-FFF2-40B4-BE49-F238E27FC236}">
                <a16:creationId xmlns:a16="http://schemas.microsoft.com/office/drawing/2014/main" id="{95F0A9CE-DC3E-4796-9634-875431D7A5CC}"/>
              </a:ext>
            </a:extLst>
          </p:cNvPr>
          <p:cNvGraphicFramePr/>
          <p:nvPr/>
        </p:nvGraphicFramePr>
        <p:xfrm>
          <a:off xmlns:a="http://schemas.openxmlformats.org/drawingml/2006/main" x="666750" y="1962150"/>
          <a:ext xmlns:a="http://schemas.openxmlformats.org/drawingml/2006/main" cx="6715125" cy="2247900"/>
        </p:xfrm>
        <a:graphic xmlns:a="http://schemas.openxmlformats.org/drawingml/2006/main">
          <a:graphicData uri="http://schemas.openxmlformats.org/drawingml/2006/table">
            <a:tbl>
              <a:tblPr/>
              <a:tblGrid>
                <a:gridCol w="1343025"/>
                <a:gridCol w="1343025"/>
                <a:gridCol w="1343025"/>
                <a:gridCol w="1343025"/>
                <a:gridCol w="1343025"/>
              </a:tblGrid>
              <a:tr h="561975">
                <a:tc>
                  <a:txBody>
                    <a:bodyPr/>
                    <a:lstStyle/>
                    <a:p>
                      <a:r>
                        <a:rPr sz="1200" b="1">
                          <a:solidFill>
                            <a:srgbClr val="FFFFFF"/>
                          </a:solidFill>
                        </a:rPr>
                        <a:t>Message</a:t>
                      </a:r>
                    </a:p>
                  </a:txBody>
                  <a:tcPr marL="85725" marR="47625" marT="38100" marB="38100">
                    <a:lnL w="9525">
                      <a:solidFill>
                        <a:srgbClr val="D9E3E9"/>
                      </a:solidFill>
                      <a:prstDash val="solid"/>
                    </a:lnL>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c>
                  <a:txBody>
                    <a:bodyPr/>
                    <a:lstStyle/>
                    <a:p>
                      <a:r>
                        <a:rPr sz="1200" b="1">
                          <a:solidFill>
                            <a:srgbClr val="FFFFFF"/>
                          </a:solidFill>
                        </a:rPr>
                        <a:t>win</a:t>
                      </a:r>
                    </a:p>
                  </a:txBody>
                  <a:tcPr marL="85725" marR="47625" marT="38100" marB="38100">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c>
                  <a:txBody>
                    <a:bodyPr/>
                    <a:lstStyle/>
                    <a:p>
                      <a:r>
                        <a:rPr sz="1200" b="1">
                          <a:solidFill>
                            <a:srgbClr val="FFFFFF"/>
                          </a:solidFill>
                        </a:rPr>
                        <a:t>free</a:t>
                      </a:r>
                    </a:p>
                  </a:txBody>
                  <a:tcPr marL="85725" marR="47625" marT="38100" marB="38100">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c>
                  <a:txBody>
                    <a:bodyPr/>
                    <a:lstStyle/>
                    <a:p>
                      <a:r>
                        <a:rPr sz="1200" b="1">
                          <a:solidFill>
                            <a:srgbClr val="FFFFFF"/>
                          </a:solidFill>
                        </a:rPr>
                        <a:t>prize</a:t>
                      </a:r>
                    </a:p>
                  </a:txBody>
                  <a:tcPr marL="85725" marR="47625" marT="38100" marB="38100">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c>
                  <a:txBody>
                    <a:bodyPr/>
                    <a:lstStyle/>
                    <a:p>
                      <a:r>
                        <a:rPr sz="1200" b="1">
                          <a:solidFill>
                            <a:srgbClr val="FFFFFF"/>
                          </a:solidFill>
                        </a:rPr>
                        <a:t>lunch</a:t>
                      </a:r>
                    </a:p>
                  </a:txBody>
                  <a:tcPr marL="85725" marR="47625" marT="38100" marB="38100">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r>
              <a:tr h="561975">
                <a:tc>
                  <a:txBody>
                    <a:bodyPr/>
                    <a:lstStyle/>
                    <a:p>
                      <a:r>
                        <a:rPr sz="1200">
                          <a:solidFill>
                            <a:srgbClr val="183047"/>
                          </a:solidFill>
                        </a:rPr>
                        <a:t>“win a free prize”</a:t>
                      </a:r>
                    </a:p>
                  </a:txBody>
                  <a:tcPr marL="85725" marR="47625" marT="38100" marB="38100">
                    <a:lnL w="9525">
                      <a:solidFill>
                        <a:srgbClr val="D9E3E9"/>
                      </a:solidFill>
                      <a:prstDash val="solid"/>
                    </a:lnL>
                    <a:lnR w="9525">
                      <a:solidFill>
                        <a:srgbClr val="D9E3E9"/>
                      </a:solidFill>
                      <a:prstDash val="solid"/>
                    </a:lnR>
                    <a:lnB w="9525">
                      <a:solidFill>
                        <a:srgbClr val="D9E3E9"/>
                      </a:solidFill>
                      <a:prstDash val="solid"/>
                    </a:lnB>
                    <a:solidFill>
                      <a:srgbClr val="FFFFFF"/>
                    </a:solidFill>
                  </a:tcPr>
                </a:tc>
                <a:tc>
                  <a:txBody>
                    <a:bodyPr/>
                    <a:lstStyle/>
                    <a:p>
                      <a:r>
                        <a:rPr sz="1200">
                          <a:solidFill>
                            <a:srgbClr val="183047"/>
                          </a:solidFill>
                        </a:rPr>
                        <a:t>0.58</a:t>
                      </a:r>
                    </a:p>
                  </a:txBody>
                  <a:tcPr marL="85725" marR="47625" marT="38100" marB="38100">
                    <a:lnR w="9525">
                      <a:solidFill>
                        <a:srgbClr val="D9E3E9"/>
                      </a:solidFill>
                      <a:prstDash val="solid"/>
                    </a:lnR>
                    <a:lnB w="9525">
                      <a:solidFill>
                        <a:srgbClr val="D9E3E9"/>
                      </a:solidFill>
                      <a:prstDash val="solid"/>
                    </a:lnB>
                    <a:solidFill>
                      <a:srgbClr val="FFFFFF"/>
                    </a:solidFill>
                  </a:tcPr>
                </a:tc>
                <a:tc>
                  <a:txBody>
                    <a:bodyPr/>
                    <a:lstStyle/>
                    <a:p>
                      <a:r>
                        <a:rPr sz="1200">
                          <a:solidFill>
                            <a:srgbClr val="183047"/>
                          </a:solidFill>
                        </a:rPr>
                        <a:t>0.35</a:t>
                      </a:r>
                    </a:p>
                  </a:txBody>
                  <a:tcPr marL="85725" marR="47625" marT="38100" marB="38100">
                    <a:lnR w="9525">
                      <a:solidFill>
                        <a:srgbClr val="D9E3E9"/>
                      </a:solidFill>
                      <a:prstDash val="solid"/>
                    </a:lnR>
                    <a:lnB w="9525">
                      <a:solidFill>
                        <a:srgbClr val="D9E3E9"/>
                      </a:solidFill>
                      <a:prstDash val="solid"/>
                    </a:lnB>
                    <a:solidFill>
                      <a:srgbClr val="FFFFFF"/>
                    </a:solidFill>
                  </a:tcPr>
                </a:tc>
                <a:tc>
                  <a:txBody>
                    <a:bodyPr/>
                    <a:lstStyle/>
                    <a:p>
                      <a:r>
                        <a:rPr sz="1200">
                          <a:solidFill>
                            <a:srgbClr val="183047"/>
                          </a:solidFill>
                        </a:rPr>
                        <a:t>0.44</a:t>
                      </a:r>
                    </a:p>
                  </a:txBody>
                  <a:tcPr marL="85725" marR="47625" marT="38100" marB="38100">
                    <a:lnR w="9525">
                      <a:solidFill>
                        <a:srgbClr val="D9E3E9"/>
                      </a:solidFill>
                      <a:prstDash val="solid"/>
                    </a:lnR>
                    <a:lnB w="9525">
                      <a:solidFill>
                        <a:srgbClr val="D9E3E9"/>
                      </a:solidFill>
                      <a:prstDash val="solid"/>
                    </a:lnB>
                    <a:solidFill>
                      <a:srgbClr val="FFFFFF"/>
                    </a:solidFill>
                  </a:tcPr>
                </a:tc>
                <a:tc>
                  <a:txBody>
                    <a:bodyPr/>
                    <a:lstStyle/>
                    <a:p>
                      <a:r>
                        <a:rPr sz="1200">
                          <a:solidFill>
                            <a:srgbClr val="183047"/>
                          </a:solidFill>
                        </a:rPr>
                        <a:t>0.00</a:t>
                      </a:r>
                    </a:p>
                  </a:txBody>
                  <a:tcPr marL="85725" marR="47625" marT="38100" marB="38100">
                    <a:lnR w="9525">
                      <a:solidFill>
                        <a:srgbClr val="D9E3E9"/>
                      </a:solidFill>
                      <a:prstDash val="solid"/>
                    </a:lnR>
                    <a:lnB w="9525">
                      <a:solidFill>
                        <a:srgbClr val="D9E3E9"/>
                      </a:solidFill>
                      <a:prstDash val="solid"/>
                    </a:lnB>
                    <a:solidFill>
                      <a:srgbClr val="FFFFFF"/>
                    </a:solidFill>
                  </a:tcPr>
                </a:tc>
              </a:tr>
              <a:tr h="561975">
                <a:tc>
                  <a:txBody>
                    <a:bodyPr/>
                    <a:lstStyle/>
                    <a:p>
                      <a:r>
                        <a:rPr sz="1200">
                          <a:solidFill>
                            <a:srgbClr val="183047"/>
                          </a:solidFill>
                        </a:rPr>
                        <a:t>“free lunch today”</a:t>
                      </a:r>
                    </a:p>
                  </a:txBody>
                  <a:tcPr marL="85725" marR="47625" marT="38100" marB="38100">
                    <a:lnL w="9525">
                      <a:solidFill>
                        <a:srgbClr val="D9E3E9"/>
                      </a:solidFill>
                      <a:prstDash val="solid"/>
                    </a:lnL>
                    <a:lnR w="9525">
                      <a:solidFill>
                        <a:srgbClr val="D9E3E9"/>
                      </a:solidFill>
                      <a:prstDash val="solid"/>
                    </a:lnR>
                    <a:lnB w="9525">
                      <a:solidFill>
                        <a:srgbClr val="D9E3E9"/>
                      </a:solidFill>
                      <a:prstDash val="solid"/>
                    </a:lnB>
                    <a:solidFill>
                      <a:srgbClr val="FFFFFF"/>
                    </a:solidFill>
                  </a:tcPr>
                </a:tc>
                <a:tc>
                  <a:txBody>
                    <a:bodyPr/>
                    <a:lstStyle/>
                    <a:p>
                      <a:r>
                        <a:rPr sz="1200">
                          <a:solidFill>
                            <a:srgbClr val="183047"/>
                          </a:solidFill>
                        </a:rPr>
                        <a:t>0.00</a:t>
                      </a:r>
                    </a:p>
                  </a:txBody>
                  <a:tcPr marL="85725" marR="47625" marT="38100" marB="38100">
                    <a:lnR w="9525">
                      <a:solidFill>
                        <a:srgbClr val="D9E3E9"/>
                      </a:solidFill>
                      <a:prstDash val="solid"/>
                    </a:lnR>
                    <a:lnB w="9525">
                      <a:solidFill>
                        <a:srgbClr val="D9E3E9"/>
                      </a:solidFill>
                      <a:prstDash val="solid"/>
                    </a:lnB>
                    <a:solidFill>
                      <a:srgbClr val="FFFFFF"/>
                    </a:solidFill>
                  </a:tcPr>
                </a:tc>
                <a:tc>
                  <a:txBody>
                    <a:bodyPr/>
                    <a:lstStyle/>
                    <a:p>
                      <a:r>
                        <a:rPr sz="1200">
                          <a:solidFill>
                            <a:srgbClr val="183047"/>
                          </a:solidFill>
                        </a:rPr>
                        <a:t>0.28</a:t>
                      </a:r>
                    </a:p>
                  </a:txBody>
                  <a:tcPr marL="85725" marR="47625" marT="38100" marB="38100">
                    <a:lnR w="9525">
                      <a:solidFill>
                        <a:srgbClr val="D9E3E9"/>
                      </a:solidFill>
                      <a:prstDash val="solid"/>
                    </a:lnR>
                    <a:lnB w="9525">
                      <a:solidFill>
                        <a:srgbClr val="D9E3E9"/>
                      </a:solidFill>
                      <a:prstDash val="solid"/>
                    </a:lnB>
                    <a:solidFill>
                      <a:srgbClr val="FFFFFF"/>
                    </a:solidFill>
                  </a:tcPr>
                </a:tc>
                <a:tc>
                  <a:txBody>
                    <a:bodyPr/>
                    <a:lstStyle/>
                    <a:p>
                      <a:r>
                        <a:rPr sz="1200">
                          <a:solidFill>
                            <a:srgbClr val="183047"/>
                          </a:solidFill>
                        </a:rPr>
                        <a:t>0.00</a:t>
                      </a:r>
                    </a:p>
                  </a:txBody>
                  <a:tcPr marL="85725" marR="47625" marT="38100" marB="38100">
                    <a:lnR w="9525">
                      <a:solidFill>
                        <a:srgbClr val="D9E3E9"/>
                      </a:solidFill>
                      <a:prstDash val="solid"/>
                    </a:lnR>
                    <a:lnB w="9525">
                      <a:solidFill>
                        <a:srgbClr val="D9E3E9"/>
                      </a:solidFill>
                      <a:prstDash val="solid"/>
                    </a:lnB>
                    <a:solidFill>
                      <a:srgbClr val="FFFFFF"/>
                    </a:solidFill>
                  </a:tcPr>
                </a:tc>
                <a:tc>
                  <a:txBody>
                    <a:bodyPr/>
                    <a:lstStyle/>
                    <a:p>
                      <a:r>
                        <a:rPr sz="1200">
                          <a:solidFill>
                            <a:srgbClr val="183047"/>
                          </a:solidFill>
                        </a:rPr>
                        <a:t>0.48</a:t>
                      </a:r>
                    </a:p>
                  </a:txBody>
                  <a:tcPr marL="85725" marR="47625" marT="38100" marB="38100">
                    <a:lnR w="9525">
                      <a:solidFill>
                        <a:srgbClr val="D9E3E9"/>
                      </a:solidFill>
                      <a:prstDash val="solid"/>
                    </a:lnR>
                    <a:lnB w="9525">
                      <a:solidFill>
                        <a:srgbClr val="D9E3E9"/>
                      </a:solidFill>
                      <a:prstDash val="solid"/>
                    </a:lnB>
                    <a:solidFill>
                      <a:srgbClr val="FFFFFF"/>
                    </a:solidFill>
                  </a:tcPr>
                </a:tc>
              </a:tr>
              <a:tr h="561975">
                <a:tc>
                  <a:txBody>
                    <a:bodyPr/>
                    <a:lstStyle/>
                    <a:p>
                      <a:r>
                        <a:rPr sz="1200">
                          <a:solidFill>
                            <a:srgbClr val="183047"/>
                          </a:solidFill>
                        </a:rPr>
                        <a:t>“claim your free prize”</a:t>
                      </a:r>
                    </a:p>
                  </a:txBody>
                  <a:tcPr marL="85725" marR="47625" marT="38100" marB="38100">
                    <a:lnL w="9525">
                      <a:solidFill>
                        <a:srgbClr val="D9E3E9"/>
                      </a:solidFill>
                      <a:prstDash val="solid"/>
                    </a:lnL>
                    <a:lnR w="9525">
                      <a:solidFill>
                        <a:srgbClr val="D9E3E9"/>
                      </a:solidFill>
                      <a:prstDash val="solid"/>
                    </a:lnR>
                    <a:lnB w="9525">
                      <a:solidFill>
                        <a:srgbClr val="D9E3E9"/>
                      </a:solidFill>
                      <a:prstDash val="solid"/>
                    </a:lnB>
                    <a:solidFill>
                      <a:srgbClr val="FFFFFF"/>
                    </a:solidFill>
                  </a:tcPr>
                </a:tc>
                <a:tc>
                  <a:txBody>
                    <a:bodyPr/>
                    <a:lstStyle/>
                    <a:p>
                      <a:r>
                        <a:rPr sz="1200">
                          <a:solidFill>
                            <a:srgbClr val="183047"/>
                          </a:solidFill>
                        </a:rPr>
                        <a:t>0.00</a:t>
                      </a:r>
                    </a:p>
                  </a:txBody>
                  <a:tcPr marL="85725" marR="47625" marT="38100" marB="38100">
                    <a:lnR w="9525">
                      <a:solidFill>
                        <a:srgbClr val="D9E3E9"/>
                      </a:solidFill>
                      <a:prstDash val="solid"/>
                    </a:lnR>
                    <a:lnB w="9525">
                      <a:solidFill>
                        <a:srgbClr val="D9E3E9"/>
                      </a:solidFill>
                      <a:prstDash val="solid"/>
                    </a:lnB>
                    <a:solidFill>
                      <a:srgbClr val="FFFFFF"/>
                    </a:solidFill>
                  </a:tcPr>
                </a:tc>
                <a:tc>
                  <a:txBody>
                    <a:bodyPr/>
                    <a:lstStyle/>
                    <a:p>
                      <a:r>
                        <a:rPr sz="1200">
                          <a:solidFill>
                            <a:srgbClr val="183047"/>
                          </a:solidFill>
                        </a:rPr>
                        <a:t>0.35</a:t>
                      </a:r>
                    </a:p>
                  </a:txBody>
                  <a:tcPr marL="85725" marR="47625" marT="38100" marB="38100">
                    <a:lnR w="9525">
                      <a:solidFill>
                        <a:srgbClr val="D9E3E9"/>
                      </a:solidFill>
                      <a:prstDash val="solid"/>
                    </a:lnR>
                    <a:lnB w="9525">
                      <a:solidFill>
                        <a:srgbClr val="D9E3E9"/>
                      </a:solidFill>
                      <a:prstDash val="solid"/>
                    </a:lnB>
                    <a:solidFill>
                      <a:srgbClr val="FFFFFF"/>
                    </a:solidFill>
                  </a:tcPr>
                </a:tc>
                <a:tc>
                  <a:txBody>
                    <a:bodyPr/>
                    <a:lstStyle/>
                    <a:p>
                      <a:r>
                        <a:rPr sz="1200">
                          <a:solidFill>
                            <a:srgbClr val="183047"/>
                          </a:solidFill>
                        </a:rPr>
                        <a:t>0.44</a:t>
                      </a:r>
                    </a:p>
                  </a:txBody>
                  <a:tcPr marL="85725" marR="47625" marT="38100" marB="38100">
                    <a:lnR w="9525">
                      <a:solidFill>
                        <a:srgbClr val="D9E3E9"/>
                      </a:solidFill>
                      <a:prstDash val="solid"/>
                    </a:lnR>
                    <a:lnB w="9525">
                      <a:solidFill>
                        <a:srgbClr val="D9E3E9"/>
                      </a:solidFill>
                      <a:prstDash val="solid"/>
                    </a:lnB>
                    <a:solidFill>
                      <a:srgbClr val="FFFFFF"/>
                    </a:solidFill>
                  </a:tcPr>
                </a:tc>
                <a:tc>
                  <a:txBody>
                    <a:bodyPr/>
                    <a:lstStyle/>
                    <a:p>
                      <a:r>
                        <a:rPr sz="1200">
                          <a:solidFill>
                            <a:srgbClr val="183047"/>
                          </a:solidFill>
                        </a:rPr>
                        <a:t>0.00</a:t>
                      </a:r>
                    </a:p>
                  </a:txBody>
                  <a:tcPr marL="85725" marR="47625" marT="38100" marB="38100">
                    <a:lnR w="9525">
                      <a:solidFill>
                        <a:srgbClr val="D9E3E9"/>
                      </a:solidFill>
                      <a:prstDash val="solid"/>
                    </a:lnR>
                    <a:lnB w="9525">
                      <a:solidFill>
                        <a:srgbClr val="D9E3E9"/>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685FF0A-672F-40F7-952C-CD464C217A93}"/>
              </a:ext>
            </a:extLst>
          </p:cNvPr>
          <p:cNvSpPr>
            <a:spLocks xmlns:a="http://schemas.openxmlformats.org/drawingml/2006/main" noGrp="1"/>
          </p:cNvSpPr>
          <p:nvPr/>
        </p:nvSpPr>
        <p:spPr>
          <a:xfrm xmlns:a="http://schemas.openxmlformats.org/drawingml/2006/main">
            <a:off x="7829550" y="2009775"/>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0243A"/>
                </a:solidFill>
              </a:defRPr>
            </a:defPPr>
            <a:lvl1pPr algn="l">
              <a:defRPr sz="1500" b="1">
                <a:solidFill>
                  <a:srgbClr val="10243A"/>
                </a:solidFill>
              </a:defRPr>
            </a:lvl1pPr>
            <a:lvl2pPr algn="l">
              <a:defRPr sz="1500" b="1">
                <a:solidFill>
                  <a:srgbClr val="10243A"/>
                </a:solidFill>
              </a:defRPr>
            </a:lvl2pPr>
            <a:lvl3pPr algn="l">
              <a:defRPr sz="1500" b="1">
                <a:solidFill>
                  <a:srgbClr val="10243A"/>
                </a:solidFill>
              </a:defRPr>
            </a:lvl3pPr>
            <a:lvl4pPr algn="l">
              <a:defRPr sz="1500" b="1">
                <a:solidFill>
                  <a:srgbClr val="10243A"/>
                </a:solidFill>
              </a:defRPr>
            </a:lvl4pPr>
            <a:lvl5pPr algn="l">
              <a:defRPr sz="1500" b="1">
                <a:solidFill>
                  <a:srgbClr val="10243A"/>
                </a:solidFill>
              </a:defRPr>
            </a:lvl5pPr>
            <a:lvl6pPr algn="l">
              <a:defRPr sz="1500" b="1">
                <a:solidFill>
                  <a:srgbClr val="10243A"/>
                </a:solidFill>
              </a:defRPr>
            </a:lvl6pPr>
            <a:lvl7pPr algn="l">
              <a:defRPr sz="1500" b="1">
                <a:solidFill>
                  <a:srgbClr val="10243A"/>
                </a:solidFill>
              </a:defRPr>
            </a:lvl7pPr>
            <a:lvl8pPr algn="l">
              <a:defRPr sz="1500" b="1">
                <a:solidFill>
                  <a:srgbClr val="10243A"/>
                </a:solidFill>
              </a:defRPr>
            </a:lvl8pPr>
            <a:lvl9pPr algn="l">
              <a:defRPr sz="1500" b="1">
                <a:solidFill>
                  <a:srgbClr val="10243A"/>
                </a:solidFill>
              </a:defRPr>
            </a:lvl9pPr>
          </a:lstStyle>
          <a:p xmlns:a="http://schemas.openxmlformats.org/drawingml/2006/main">
            <a:pPr algn="l">
              <a:defRPr sz="1500" b="1">
                <a:solidFill>
                  <a:srgbClr val="10243A"/>
                </a:solidFill>
              </a:defRPr>
            </a:pPr>
            <a:r>
              <a:rPr sz="1500" b="1">
                <a:solidFill>
                  <a:srgbClr val="10243A"/>
                </a:solidFill>
              </a:rPr>
              <a:t>How to read one row</a:t>
            </a:r>
          </a:p>
        </p:txBody>
      </p:sp>
      <p:sp>
        <p:nvSpPr>
          <p:cNvPr id="9" name="">
            <a:extLst xmlns:a="http://schemas.openxmlformats.org/drawingml/2006/main">
              <a:ext uri="{FF2B5EF4-FFF2-40B4-BE49-F238E27FC236}">
                <a16:creationId xmlns:a16="http://schemas.microsoft.com/office/drawing/2014/main" id="{DC263901-55FB-4C35-9CA0-7647603FBC39}"/>
              </a:ext>
            </a:extLst>
          </p:cNvPr>
          <p:cNvSpPr>
            <a:spLocks xmlns:a="http://schemas.openxmlformats.org/drawingml/2006/main" noGrp="1"/>
          </p:cNvSpPr>
          <p:nvPr/>
        </p:nvSpPr>
        <p:spPr>
          <a:xfrm xmlns:a="http://schemas.openxmlformats.org/drawingml/2006/main">
            <a:off x="7829550" y="24574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C9A91"/>
                </a:solidFill>
              </a:defRPr>
            </a:defPPr>
            <a:lvl1pPr algn="l">
              <a:defRPr sz="1575" b="1">
                <a:solidFill>
                  <a:srgbClr val="1C9A91"/>
                </a:solidFill>
              </a:defRPr>
            </a:lvl1pPr>
            <a:lvl2pPr algn="l">
              <a:defRPr sz="1575" b="1">
                <a:solidFill>
                  <a:srgbClr val="1C9A91"/>
                </a:solidFill>
              </a:defRPr>
            </a:lvl2pPr>
            <a:lvl3pPr algn="l">
              <a:defRPr sz="1575" b="1">
                <a:solidFill>
                  <a:srgbClr val="1C9A91"/>
                </a:solidFill>
              </a:defRPr>
            </a:lvl3pPr>
            <a:lvl4pPr algn="l">
              <a:defRPr sz="1575" b="1">
                <a:solidFill>
                  <a:srgbClr val="1C9A91"/>
                </a:solidFill>
              </a:defRPr>
            </a:lvl4pPr>
            <a:lvl5pPr algn="l">
              <a:defRPr sz="1575" b="1">
                <a:solidFill>
                  <a:srgbClr val="1C9A91"/>
                </a:solidFill>
              </a:defRPr>
            </a:lvl5pPr>
            <a:lvl6pPr algn="l">
              <a:defRPr sz="1575" b="1">
                <a:solidFill>
                  <a:srgbClr val="1C9A91"/>
                </a:solidFill>
              </a:defRPr>
            </a:lvl6pPr>
            <a:lvl7pPr algn="l">
              <a:defRPr sz="1575" b="1">
                <a:solidFill>
                  <a:srgbClr val="1C9A91"/>
                </a:solidFill>
              </a:defRPr>
            </a:lvl7pPr>
            <a:lvl8pPr algn="l">
              <a:defRPr sz="1575" b="1">
                <a:solidFill>
                  <a:srgbClr val="1C9A91"/>
                </a:solidFill>
              </a:defRPr>
            </a:lvl8pPr>
            <a:lvl9pPr algn="l">
              <a:defRPr sz="1575" b="1">
                <a:solidFill>
                  <a:srgbClr val="1C9A91"/>
                </a:solidFill>
              </a:defRPr>
            </a:lvl9pPr>
          </a:lstStyle>
          <a:p xmlns:a="http://schemas.openxmlformats.org/drawingml/2006/main">
            <a:pPr algn="l">
              <a:defRPr sz="1575" b="1">
                <a:solidFill>
                  <a:srgbClr val="1C9A91"/>
                </a:solidFill>
              </a:defRPr>
            </a:pPr>
            <a:r>
              <a:rPr sz="1575" b="1">
                <a:solidFill>
                  <a:srgbClr val="1C9A91"/>
                </a:solidFill>
              </a:rPr>
              <a:t>“win a free prize”</a:t>
            </a:r>
          </a:p>
        </p:txBody>
      </p:sp>
      <p:sp>
        <p:nvSpPr>
          <p:cNvPr id="10" name="">
            <a:extLst xmlns:a="http://schemas.openxmlformats.org/drawingml/2006/main">
              <a:ext uri="{FF2B5EF4-FFF2-40B4-BE49-F238E27FC236}">
                <a16:creationId xmlns:a16="http://schemas.microsoft.com/office/drawing/2014/main" id="{59230D5D-78AD-4531-9DBA-2E998697D24F}"/>
              </a:ext>
            </a:extLst>
          </p:cNvPr>
          <p:cNvSpPr>
            <a:spLocks xmlns:a="http://schemas.openxmlformats.org/drawingml/2006/main" noGrp="1"/>
          </p:cNvSpPr>
          <p:nvPr/>
        </p:nvSpPr>
        <p:spPr>
          <a:xfrm xmlns:a="http://schemas.openxmlformats.org/drawingml/2006/main">
            <a:off x="7829550" y="2857500"/>
            <a:ext cx="342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0">
                <a:solidFill>
                  <a:srgbClr val="183047"/>
                </a:solidFill>
              </a:defRPr>
            </a:defPPr>
            <a:lvl1pPr algn="l">
              <a:defRPr sz="1275" b="0">
                <a:solidFill>
                  <a:srgbClr val="183047"/>
                </a:solidFill>
              </a:defRPr>
            </a:lvl1pPr>
            <a:lvl2pPr algn="l">
              <a:defRPr sz="1275" b="0">
                <a:solidFill>
                  <a:srgbClr val="183047"/>
                </a:solidFill>
              </a:defRPr>
            </a:lvl2pPr>
            <a:lvl3pPr algn="l">
              <a:defRPr sz="1275" b="0">
                <a:solidFill>
                  <a:srgbClr val="183047"/>
                </a:solidFill>
              </a:defRPr>
            </a:lvl3pPr>
            <a:lvl4pPr algn="l">
              <a:defRPr sz="1275" b="0">
                <a:solidFill>
                  <a:srgbClr val="183047"/>
                </a:solidFill>
              </a:defRPr>
            </a:lvl4pPr>
            <a:lvl5pPr algn="l">
              <a:defRPr sz="1275" b="0">
                <a:solidFill>
                  <a:srgbClr val="183047"/>
                </a:solidFill>
              </a:defRPr>
            </a:lvl5pPr>
            <a:lvl6pPr algn="l">
              <a:defRPr sz="1275" b="0">
                <a:solidFill>
                  <a:srgbClr val="183047"/>
                </a:solidFill>
              </a:defRPr>
            </a:lvl6pPr>
            <a:lvl7pPr algn="l">
              <a:defRPr sz="1275" b="0">
                <a:solidFill>
                  <a:srgbClr val="183047"/>
                </a:solidFill>
              </a:defRPr>
            </a:lvl7pPr>
            <a:lvl8pPr algn="l">
              <a:defRPr sz="1275" b="0">
                <a:solidFill>
                  <a:srgbClr val="183047"/>
                </a:solidFill>
              </a:defRPr>
            </a:lvl8pPr>
            <a:lvl9pPr algn="l">
              <a:defRPr sz="1275" b="0">
                <a:solidFill>
                  <a:srgbClr val="183047"/>
                </a:solidFill>
              </a:defRPr>
            </a:lvl9pPr>
          </a:lstStyle>
          <a:p xmlns:a="http://schemas.openxmlformats.org/drawingml/2006/main">
            <a:pPr algn="l">
              <a:defRPr sz="1275" b="0">
                <a:solidFill>
                  <a:srgbClr val="183047"/>
                </a:solidFill>
              </a:defRPr>
            </a:pPr>
            <a:r>
              <a:rPr sz="1275" b="0">
                <a:solidFill>
                  <a:srgbClr val="183047"/>
                </a:solidFill>
              </a:rPr>
              <a:t>The message becomes a vector of word weights. “Prize” is more informative than a word that appears in nearly every message.</a:t>
            </a:r>
          </a:p>
        </p:txBody>
      </p:sp>
      <p:sp>
        <p:nvSpPr>
          <p:cNvPr id="11" name="">
            <a:extLst xmlns:a="http://schemas.openxmlformats.org/drawingml/2006/main">
              <a:ext uri="{FF2B5EF4-FFF2-40B4-BE49-F238E27FC236}">
                <a16:creationId xmlns:a16="http://schemas.microsoft.com/office/drawing/2014/main" id="{6CFE34C7-B086-44C0-8F3A-19F97931D611}"/>
              </a:ext>
            </a:extLst>
          </p:cNvPr>
          <p:cNvSpPr>
            <a:spLocks xmlns:a="http://schemas.openxmlformats.org/drawingml/2006/main" noGrp="1"/>
          </p:cNvSpPr>
          <p:nvPr/>
        </p:nvSpPr>
        <p:spPr>
          <a:xfrm xmlns:a="http://schemas.openxmlformats.org/drawingml/2006/main">
            <a:off x="666750" y="4581525"/>
            <a:ext cx="10858500" cy="0"/>
          </a:xfrm>
          <a:prstGeom xmlns:a="http://schemas.openxmlformats.org/drawingml/2006/main" prst="line">
            <a:avLst/>
          </a:prstGeom>
          <a:noFill xmlns:a="http://schemas.openxmlformats.org/drawingml/2006/main"/>
          <a:ln xmlns:a="http://schemas.openxmlformats.org/drawingml/2006/main" w="12383">
            <a:solidFill>
              <a:srgbClr val="D9E3E9"/>
            </a:solidFill>
            <a:prstDash val="solid"/>
          </a:ln>
        </p:spPr>
      </p:sp>
      <p:sp>
        <p:nvSpPr>
          <p:cNvPr id="12" name="">
            <a:extLst xmlns:a="http://schemas.openxmlformats.org/drawingml/2006/main">
              <a:ext uri="{FF2B5EF4-FFF2-40B4-BE49-F238E27FC236}">
                <a16:creationId xmlns:a16="http://schemas.microsoft.com/office/drawing/2014/main" id="{F23A51AF-A9B6-41E7-AB4B-7EDC54B591F8}"/>
              </a:ext>
            </a:extLst>
          </p:cNvPr>
          <p:cNvSpPr>
            <a:spLocks xmlns:a="http://schemas.openxmlformats.org/drawingml/2006/main" noGrp="1"/>
          </p:cNvSpPr>
          <p:nvPr/>
        </p:nvSpPr>
        <p:spPr>
          <a:xfrm xmlns:a="http://schemas.openxmlformats.org/drawingml/2006/main">
            <a:off x="666750" y="4867275"/>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1C9A91"/>
                </a:solidFill>
              </a:defRPr>
            </a:defPPr>
            <a:lvl1pPr algn="l">
              <a:defRPr sz="2025" b="1">
                <a:solidFill>
                  <a:srgbClr val="1C9A91"/>
                </a:solidFill>
              </a:defRPr>
            </a:lvl1pPr>
            <a:lvl2pPr algn="l">
              <a:defRPr sz="2025" b="1">
                <a:solidFill>
                  <a:srgbClr val="1C9A91"/>
                </a:solidFill>
              </a:defRPr>
            </a:lvl2pPr>
            <a:lvl3pPr algn="l">
              <a:defRPr sz="2025" b="1">
                <a:solidFill>
                  <a:srgbClr val="1C9A91"/>
                </a:solidFill>
              </a:defRPr>
            </a:lvl3pPr>
            <a:lvl4pPr algn="l">
              <a:defRPr sz="2025" b="1">
                <a:solidFill>
                  <a:srgbClr val="1C9A91"/>
                </a:solidFill>
              </a:defRPr>
            </a:lvl4pPr>
            <a:lvl5pPr algn="l">
              <a:defRPr sz="2025" b="1">
                <a:solidFill>
                  <a:srgbClr val="1C9A91"/>
                </a:solidFill>
              </a:defRPr>
            </a:lvl5pPr>
            <a:lvl6pPr algn="l">
              <a:defRPr sz="2025" b="1">
                <a:solidFill>
                  <a:srgbClr val="1C9A91"/>
                </a:solidFill>
              </a:defRPr>
            </a:lvl6pPr>
            <a:lvl7pPr algn="l">
              <a:defRPr sz="2025" b="1">
                <a:solidFill>
                  <a:srgbClr val="1C9A91"/>
                </a:solidFill>
              </a:defRPr>
            </a:lvl7pPr>
            <a:lvl8pPr algn="l">
              <a:defRPr sz="2025" b="1">
                <a:solidFill>
                  <a:srgbClr val="1C9A91"/>
                </a:solidFill>
              </a:defRPr>
            </a:lvl8pPr>
            <a:lvl9pPr algn="l">
              <a:defRPr sz="2025" b="1">
                <a:solidFill>
                  <a:srgbClr val="1C9A91"/>
                </a:solidFill>
              </a:defRPr>
            </a:lvl9pPr>
          </a:lstStyle>
          <a:p xmlns:a="http://schemas.openxmlformats.org/drawingml/2006/main">
            <a:pPr algn="l">
              <a:defRPr sz="2025" b="1">
                <a:solidFill>
                  <a:srgbClr val="1C9A91"/>
                </a:solidFill>
              </a:defRPr>
            </a:pPr>
            <a:r>
              <a:rPr sz="2025" b="1">
                <a:solidFill>
                  <a:srgbClr val="1C9A91"/>
                </a:solidFill>
              </a:rPr>
              <a:t>TF</a:t>
            </a:r>
          </a:p>
        </p:txBody>
      </p:sp>
      <p:sp>
        <p:nvSpPr>
          <p:cNvPr id="13" name="">
            <a:extLst xmlns:a="http://schemas.openxmlformats.org/drawingml/2006/main">
              <a:ext uri="{FF2B5EF4-FFF2-40B4-BE49-F238E27FC236}">
                <a16:creationId xmlns:a16="http://schemas.microsoft.com/office/drawing/2014/main" id="{D9380E21-B4CA-49E9-B365-81CA8E917703}"/>
              </a:ext>
            </a:extLst>
          </p:cNvPr>
          <p:cNvSpPr>
            <a:spLocks xmlns:a="http://schemas.openxmlformats.org/drawingml/2006/main" noGrp="1"/>
          </p:cNvSpPr>
          <p:nvPr/>
        </p:nvSpPr>
        <p:spPr>
          <a:xfrm xmlns:a="http://schemas.openxmlformats.org/drawingml/2006/main">
            <a:off x="1381125" y="4838700"/>
            <a:ext cx="190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10243A"/>
                </a:solidFill>
              </a:defRPr>
            </a:defPPr>
            <a:lvl1pPr algn="l">
              <a:defRPr sz="1200" b="1">
                <a:solidFill>
                  <a:srgbClr val="10243A"/>
                </a:solidFill>
              </a:defRPr>
            </a:lvl1pPr>
            <a:lvl2pPr algn="l">
              <a:defRPr sz="1200" b="1">
                <a:solidFill>
                  <a:srgbClr val="10243A"/>
                </a:solidFill>
              </a:defRPr>
            </a:lvl2pPr>
            <a:lvl3pPr algn="l">
              <a:defRPr sz="1200" b="1">
                <a:solidFill>
                  <a:srgbClr val="10243A"/>
                </a:solidFill>
              </a:defRPr>
            </a:lvl3pPr>
            <a:lvl4pPr algn="l">
              <a:defRPr sz="1200" b="1">
                <a:solidFill>
                  <a:srgbClr val="10243A"/>
                </a:solidFill>
              </a:defRPr>
            </a:lvl4pPr>
            <a:lvl5pPr algn="l">
              <a:defRPr sz="1200" b="1">
                <a:solidFill>
                  <a:srgbClr val="10243A"/>
                </a:solidFill>
              </a:defRPr>
            </a:lvl5pPr>
            <a:lvl6pPr algn="l">
              <a:defRPr sz="1200" b="1">
                <a:solidFill>
                  <a:srgbClr val="10243A"/>
                </a:solidFill>
              </a:defRPr>
            </a:lvl6pPr>
            <a:lvl7pPr algn="l">
              <a:defRPr sz="1200" b="1">
                <a:solidFill>
                  <a:srgbClr val="10243A"/>
                </a:solidFill>
              </a:defRPr>
            </a:lvl7pPr>
            <a:lvl8pPr algn="l">
              <a:defRPr sz="1200" b="1">
                <a:solidFill>
                  <a:srgbClr val="10243A"/>
                </a:solidFill>
              </a:defRPr>
            </a:lvl8pPr>
            <a:lvl9pPr algn="l">
              <a:defRPr sz="1200" b="1">
                <a:solidFill>
                  <a:srgbClr val="10243A"/>
                </a:solidFill>
              </a:defRPr>
            </a:lvl9pPr>
          </a:lstStyle>
          <a:p xmlns:a="http://schemas.openxmlformats.org/drawingml/2006/main">
            <a:pPr algn="l">
              <a:defRPr sz="1200" b="1">
                <a:solidFill>
                  <a:srgbClr val="10243A"/>
                </a:solidFill>
              </a:defRPr>
            </a:pPr>
            <a:r>
              <a:rPr sz="1200" b="1">
                <a:solidFill>
                  <a:srgbClr val="10243A"/>
                </a:solidFill>
              </a:rPr>
              <a:t>Term frequency</a:t>
            </a:r>
          </a:p>
        </p:txBody>
      </p:sp>
      <p:sp>
        <p:nvSpPr>
          <p:cNvPr id="14" name="">
            <a:extLst xmlns:a="http://schemas.openxmlformats.org/drawingml/2006/main">
              <a:ext uri="{FF2B5EF4-FFF2-40B4-BE49-F238E27FC236}">
                <a16:creationId xmlns:a16="http://schemas.microsoft.com/office/drawing/2014/main" id="{8D047148-5716-4847-893A-61163D31B718}"/>
              </a:ext>
            </a:extLst>
          </p:cNvPr>
          <p:cNvSpPr>
            <a:spLocks xmlns:a="http://schemas.openxmlformats.org/drawingml/2006/main" noGrp="1"/>
          </p:cNvSpPr>
          <p:nvPr/>
        </p:nvSpPr>
        <p:spPr>
          <a:xfrm xmlns:a="http://schemas.openxmlformats.org/drawingml/2006/main">
            <a:off x="1381125" y="5124450"/>
            <a:ext cx="2333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87087"/>
                </a:solidFill>
              </a:defRPr>
            </a:defPPr>
            <a:lvl1pPr algn="l">
              <a:defRPr sz="1200" b="0">
                <a:solidFill>
                  <a:srgbClr val="587087"/>
                </a:solidFill>
              </a:defRPr>
            </a:lvl1pPr>
            <a:lvl2pPr algn="l">
              <a:defRPr sz="1200" b="0">
                <a:solidFill>
                  <a:srgbClr val="587087"/>
                </a:solidFill>
              </a:defRPr>
            </a:lvl2pPr>
            <a:lvl3pPr algn="l">
              <a:defRPr sz="1200" b="0">
                <a:solidFill>
                  <a:srgbClr val="587087"/>
                </a:solidFill>
              </a:defRPr>
            </a:lvl3pPr>
            <a:lvl4pPr algn="l">
              <a:defRPr sz="1200" b="0">
                <a:solidFill>
                  <a:srgbClr val="587087"/>
                </a:solidFill>
              </a:defRPr>
            </a:lvl4pPr>
            <a:lvl5pPr algn="l">
              <a:defRPr sz="1200" b="0">
                <a:solidFill>
                  <a:srgbClr val="587087"/>
                </a:solidFill>
              </a:defRPr>
            </a:lvl5pPr>
            <a:lvl6pPr algn="l">
              <a:defRPr sz="1200" b="0">
                <a:solidFill>
                  <a:srgbClr val="587087"/>
                </a:solidFill>
              </a:defRPr>
            </a:lvl6pPr>
            <a:lvl7pPr algn="l">
              <a:defRPr sz="1200" b="0">
                <a:solidFill>
                  <a:srgbClr val="587087"/>
                </a:solidFill>
              </a:defRPr>
            </a:lvl7pPr>
            <a:lvl8pPr algn="l">
              <a:defRPr sz="1200" b="0">
                <a:solidFill>
                  <a:srgbClr val="587087"/>
                </a:solidFill>
              </a:defRPr>
            </a:lvl8pPr>
            <a:lvl9pPr algn="l">
              <a:defRPr sz="1200" b="0">
                <a:solidFill>
                  <a:srgbClr val="587087"/>
                </a:solidFill>
              </a:defRPr>
            </a:lvl9pPr>
          </a:lstStyle>
          <a:p xmlns:a="http://schemas.openxmlformats.org/drawingml/2006/main">
            <a:pPr algn="l">
              <a:defRPr sz="1200" b="0">
                <a:solidFill>
                  <a:srgbClr val="587087"/>
                </a:solidFill>
              </a:defRPr>
            </a:pPr>
            <a:r>
              <a:rPr sz="1200" b="0">
                <a:solidFill>
                  <a:srgbClr val="587087"/>
                </a:solidFill>
              </a:rPr>
              <a:t>Word frequency inside this SMS</a:t>
            </a:r>
          </a:p>
        </p:txBody>
      </p:sp>
      <p:sp>
        <p:nvSpPr>
          <p:cNvPr id="15" name="">
            <a:extLst xmlns:a="http://schemas.openxmlformats.org/drawingml/2006/main">
              <a:ext uri="{FF2B5EF4-FFF2-40B4-BE49-F238E27FC236}">
                <a16:creationId xmlns:a16="http://schemas.microsoft.com/office/drawing/2014/main" id="{90D22692-9279-4179-93C9-205EF25DA29E}"/>
              </a:ext>
            </a:extLst>
          </p:cNvPr>
          <p:cNvSpPr>
            <a:spLocks xmlns:a="http://schemas.openxmlformats.org/drawingml/2006/main" noGrp="1"/>
          </p:cNvSpPr>
          <p:nvPr/>
        </p:nvSpPr>
        <p:spPr>
          <a:xfrm xmlns:a="http://schemas.openxmlformats.org/drawingml/2006/main">
            <a:off x="4057650" y="491490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75" b="1">
                <a:solidFill>
                  <a:srgbClr val="F2B84B"/>
                </a:solidFill>
              </a:defRPr>
            </a:defPPr>
            <a:lvl1pPr algn="ctr">
              <a:defRPr sz="1875" b="1">
                <a:solidFill>
                  <a:srgbClr val="F2B84B"/>
                </a:solidFill>
              </a:defRPr>
            </a:lvl1pPr>
            <a:lvl2pPr algn="ctr">
              <a:defRPr sz="1875" b="1">
                <a:solidFill>
                  <a:srgbClr val="F2B84B"/>
                </a:solidFill>
              </a:defRPr>
            </a:lvl2pPr>
            <a:lvl3pPr algn="ctr">
              <a:defRPr sz="1875" b="1">
                <a:solidFill>
                  <a:srgbClr val="F2B84B"/>
                </a:solidFill>
              </a:defRPr>
            </a:lvl3pPr>
            <a:lvl4pPr algn="ctr">
              <a:defRPr sz="1875" b="1">
                <a:solidFill>
                  <a:srgbClr val="F2B84B"/>
                </a:solidFill>
              </a:defRPr>
            </a:lvl4pPr>
            <a:lvl5pPr algn="ctr">
              <a:defRPr sz="1875" b="1">
                <a:solidFill>
                  <a:srgbClr val="F2B84B"/>
                </a:solidFill>
              </a:defRPr>
            </a:lvl5pPr>
            <a:lvl6pPr algn="ctr">
              <a:defRPr sz="1875" b="1">
                <a:solidFill>
                  <a:srgbClr val="F2B84B"/>
                </a:solidFill>
              </a:defRPr>
            </a:lvl6pPr>
            <a:lvl7pPr algn="ctr">
              <a:defRPr sz="1875" b="1">
                <a:solidFill>
                  <a:srgbClr val="F2B84B"/>
                </a:solidFill>
              </a:defRPr>
            </a:lvl7pPr>
            <a:lvl8pPr algn="ctr">
              <a:defRPr sz="1875" b="1">
                <a:solidFill>
                  <a:srgbClr val="F2B84B"/>
                </a:solidFill>
              </a:defRPr>
            </a:lvl8pPr>
            <a:lvl9pPr algn="ctr">
              <a:defRPr sz="1875" b="1">
                <a:solidFill>
                  <a:srgbClr val="F2B84B"/>
                </a:solidFill>
              </a:defRPr>
            </a:lvl9pPr>
          </a:lstStyle>
          <a:p xmlns:a="http://schemas.openxmlformats.org/drawingml/2006/main">
            <a:pPr algn="ctr">
              <a:defRPr sz="1875" b="1">
                <a:solidFill>
                  <a:srgbClr val="F2B84B"/>
                </a:solidFill>
              </a:defRPr>
            </a:pPr>
            <a:r>
              <a:rPr sz="1875" b="1">
                <a:solidFill>
                  <a:srgbClr val="F2B84B"/>
                </a:solidFill>
              </a:rPr>
              <a:t>×</a:t>
            </a:r>
          </a:p>
        </p:txBody>
      </p:sp>
      <p:sp>
        <p:nvSpPr>
          <p:cNvPr id="16" name="">
            <a:extLst xmlns:a="http://schemas.openxmlformats.org/drawingml/2006/main">
              <a:ext uri="{FF2B5EF4-FFF2-40B4-BE49-F238E27FC236}">
                <a16:creationId xmlns:a16="http://schemas.microsoft.com/office/drawing/2014/main" id="{72ACF43C-E676-4A0B-922D-6055F073ED2E}"/>
              </a:ext>
            </a:extLst>
          </p:cNvPr>
          <p:cNvSpPr>
            <a:spLocks xmlns:a="http://schemas.openxmlformats.org/drawingml/2006/main" noGrp="1"/>
          </p:cNvSpPr>
          <p:nvPr/>
        </p:nvSpPr>
        <p:spPr>
          <a:xfrm xmlns:a="http://schemas.openxmlformats.org/drawingml/2006/main">
            <a:off x="4743450" y="4867275"/>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A26C09"/>
                </a:solidFill>
              </a:defRPr>
            </a:defPPr>
            <a:lvl1pPr algn="l">
              <a:defRPr sz="2025" b="1">
                <a:solidFill>
                  <a:srgbClr val="A26C09"/>
                </a:solidFill>
              </a:defRPr>
            </a:lvl1pPr>
            <a:lvl2pPr algn="l">
              <a:defRPr sz="2025" b="1">
                <a:solidFill>
                  <a:srgbClr val="A26C09"/>
                </a:solidFill>
              </a:defRPr>
            </a:lvl2pPr>
            <a:lvl3pPr algn="l">
              <a:defRPr sz="2025" b="1">
                <a:solidFill>
                  <a:srgbClr val="A26C09"/>
                </a:solidFill>
              </a:defRPr>
            </a:lvl3pPr>
            <a:lvl4pPr algn="l">
              <a:defRPr sz="2025" b="1">
                <a:solidFill>
                  <a:srgbClr val="A26C09"/>
                </a:solidFill>
              </a:defRPr>
            </a:lvl4pPr>
            <a:lvl5pPr algn="l">
              <a:defRPr sz="2025" b="1">
                <a:solidFill>
                  <a:srgbClr val="A26C09"/>
                </a:solidFill>
              </a:defRPr>
            </a:lvl5pPr>
            <a:lvl6pPr algn="l">
              <a:defRPr sz="2025" b="1">
                <a:solidFill>
                  <a:srgbClr val="A26C09"/>
                </a:solidFill>
              </a:defRPr>
            </a:lvl6pPr>
            <a:lvl7pPr algn="l">
              <a:defRPr sz="2025" b="1">
                <a:solidFill>
                  <a:srgbClr val="A26C09"/>
                </a:solidFill>
              </a:defRPr>
            </a:lvl7pPr>
            <a:lvl8pPr algn="l">
              <a:defRPr sz="2025" b="1">
                <a:solidFill>
                  <a:srgbClr val="A26C09"/>
                </a:solidFill>
              </a:defRPr>
            </a:lvl8pPr>
            <a:lvl9pPr algn="l">
              <a:defRPr sz="2025" b="1">
                <a:solidFill>
                  <a:srgbClr val="A26C09"/>
                </a:solidFill>
              </a:defRPr>
            </a:lvl9pPr>
          </a:lstStyle>
          <a:p xmlns:a="http://schemas.openxmlformats.org/drawingml/2006/main">
            <a:pPr algn="l">
              <a:defRPr sz="2025" b="1">
                <a:solidFill>
                  <a:srgbClr val="A26C09"/>
                </a:solidFill>
              </a:defRPr>
            </a:pPr>
            <a:r>
              <a:rPr sz="2025" b="1">
                <a:solidFill>
                  <a:srgbClr val="A26C09"/>
                </a:solidFill>
              </a:rPr>
              <a:t>IDF</a:t>
            </a:r>
          </a:p>
        </p:txBody>
      </p:sp>
      <p:sp>
        <p:nvSpPr>
          <p:cNvPr id="17" name="">
            <a:extLst xmlns:a="http://schemas.openxmlformats.org/drawingml/2006/main">
              <a:ext uri="{FF2B5EF4-FFF2-40B4-BE49-F238E27FC236}">
                <a16:creationId xmlns:a16="http://schemas.microsoft.com/office/drawing/2014/main" id="{E8A4050C-BD7C-4FD4-BAAC-0580E6833E2F}"/>
              </a:ext>
            </a:extLst>
          </p:cNvPr>
          <p:cNvSpPr>
            <a:spLocks xmlns:a="http://schemas.openxmlformats.org/drawingml/2006/main" noGrp="1"/>
          </p:cNvSpPr>
          <p:nvPr/>
        </p:nvSpPr>
        <p:spPr>
          <a:xfrm xmlns:a="http://schemas.openxmlformats.org/drawingml/2006/main">
            <a:off x="5457825" y="48387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10243A"/>
                </a:solidFill>
              </a:defRPr>
            </a:defPPr>
            <a:lvl1pPr algn="l">
              <a:defRPr sz="1200" b="1">
                <a:solidFill>
                  <a:srgbClr val="10243A"/>
                </a:solidFill>
              </a:defRPr>
            </a:lvl1pPr>
            <a:lvl2pPr algn="l">
              <a:defRPr sz="1200" b="1">
                <a:solidFill>
                  <a:srgbClr val="10243A"/>
                </a:solidFill>
              </a:defRPr>
            </a:lvl2pPr>
            <a:lvl3pPr algn="l">
              <a:defRPr sz="1200" b="1">
                <a:solidFill>
                  <a:srgbClr val="10243A"/>
                </a:solidFill>
              </a:defRPr>
            </a:lvl3pPr>
            <a:lvl4pPr algn="l">
              <a:defRPr sz="1200" b="1">
                <a:solidFill>
                  <a:srgbClr val="10243A"/>
                </a:solidFill>
              </a:defRPr>
            </a:lvl4pPr>
            <a:lvl5pPr algn="l">
              <a:defRPr sz="1200" b="1">
                <a:solidFill>
                  <a:srgbClr val="10243A"/>
                </a:solidFill>
              </a:defRPr>
            </a:lvl5pPr>
            <a:lvl6pPr algn="l">
              <a:defRPr sz="1200" b="1">
                <a:solidFill>
                  <a:srgbClr val="10243A"/>
                </a:solidFill>
              </a:defRPr>
            </a:lvl6pPr>
            <a:lvl7pPr algn="l">
              <a:defRPr sz="1200" b="1">
                <a:solidFill>
                  <a:srgbClr val="10243A"/>
                </a:solidFill>
              </a:defRPr>
            </a:lvl7pPr>
            <a:lvl8pPr algn="l">
              <a:defRPr sz="1200" b="1">
                <a:solidFill>
                  <a:srgbClr val="10243A"/>
                </a:solidFill>
              </a:defRPr>
            </a:lvl8pPr>
            <a:lvl9pPr algn="l">
              <a:defRPr sz="1200" b="1">
                <a:solidFill>
                  <a:srgbClr val="10243A"/>
                </a:solidFill>
              </a:defRPr>
            </a:lvl9pPr>
          </a:lstStyle>
          <a:p xmlns:a="http://schemas.openxmlformats.org/drawingml/2006/main">
            <a:pPr algn="l">
              <a:defRPr sz="1200" b="1">
                <a:solidFill>
                  <a:srgbClr val="10243A"/>
                </a:solidFill>
              </a:defRPr>
            </a:pPr>
            <a:r>
              <a:rPr sz="1200" b="1">
                <a:solidFill>
                  <a:srgbClr val="10243A"/>
                </a:solidFill>
              </a:rPr>
              <a:t>Inverse document frequency</a:t>
            </a:r>
          </a:p>
        </p:txBody>
      </p:sp>
      <p:sp>
        <p:nvSpPr>
          <p:cNvPr id="18" name="">
            <a:extLst xmlns:a="http://schemas.openxmlformats.org/drawingml/2006/main">
              <a:ext uri="{FF2B5EF4-FFF2-40B4-BE49-F238E27FC236}">
                <a16:creationId xmlns:a16="http://schemas.microsoft.com/office/drawing/2014/main" id="{4423C247-EC6C-428A-9413-391A004C9715}"/>
              </a:ext>
            </a:extLst>
          </p:cNvPr>
          <p:cNvSpPr>
            <a:spLocks xmlns:a="http://schemas.openxmlformats.org/drawingml/2006/main" noGrp="1"/>
          </p:cNvSpPr>
          <p:nvPr/>
        </p:nvSpPr>
        <p:spPr>
          <a:xfrm xmlns:a="http://schemas.openxmlformats.org/drawingml/2006/main">
            <a:off x="5457825" y="51244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87087"/>
                </a:solidFill>
              </a:defRPr>
            </a:defPPr>
            <a:lvl1pPr algn="l">
              <a:defRPr sz="1200" b="0">
                <a:solidFill>
                  <a:srgbClr val="587087"/>
                </a:solidFill>
              </a:defRPr>
            </a:lvl1pPr>
            <a:lvl2pPr algn="l">
              <a:defRPr sz="1200" b="0">
                <a:solidFill>
                  <a:srgbClr val="587087"/>
                </a:solidFill>
              </a:defRPr>
            </a:lvl2pPr>
            <a:lvl3pPr algn="l">
              <a:defRPr sz="1200" b="0">
                <a:solidFill>
                  <a:srgbClr val="587087"/>
                </a:solidFill>
              </a:defRPr>
            </a:lvl3pPr>
            <a:lvl4pPr algn="l">
              <a:defRPr sz="1200" b="0">
                <a:solidFill>
                  <a:srgbClr val="587087"/>
                </a:solidFill>
              </a:defRPr>
            </a:lvl4pPr>
            <a:lvl5pPr algn="l">
              <a:defRPr sz="1200" b="0">
                <a:solidFill>
                  <a:srgbClr val="587087"/>
                </a:solidFill>
              </a:defRPr>
            </a:lvl5pPr>
            <a:lvl6pPr algn="l">
              <a:defRPr sz="1200" b="0">
                <a:solidFill>
                  <a:srgbClr val="587087"/>
                </a:solidFill>
              </a:defRPr>
            </a:lvl6pPr>
            <a:lvl7pPr algn="l">
              <a:defRPr sz="1200" b="0">
                <a:solidFill>
                  <a:srgbClr val="587087"/>
                </a:solidFill>
              </a:defRPr>
            </a:lvl7pPr>
            <a:lvl8pPr algn="l">
              <a:defRPr sz="1200" b="0">
                <a:solidFill>
                  <a:srgbClr val="587087"/>
                </a:solidFill>
              </a:defRPr>
            </a:lvl8pPr>
            <a:lvl9pPr algn="l">
              <a:defRPr sz="1200" b="0">
                <a:solidFill>
                  <a:srgbClr val="587087"/>
                </a:solidFill>
              </a:defRPr>
            </a:lvl9pPr>
          </a:lstStyle>
          <a:p xmlns:a="http://schemas.openxmlformats.org/drawingml/2006/main">
            <a:pPr algn="l">
              <a:defRPr sz="1200" b="0">
                <a:solidFill>
                  <a:srgbClr val="587087"/>
                </a:solidFill>
              </a:defRPr>
            </a:pPr>
            <a:r>
              <a:rPr sz="1200" b="0">
                <a:solidFill>
                  <a:srgbClr val="587087"/>
                </a:solidFill>
              </a:rPr>
              <a:t>Rare words receive more weight</a:t>
            </a:r>
          </a:p>
        </p:txBody>
      </p:sp>
      <p:sp>
        <p:nvSpPr>
          <p:cNvPr id="19" name="">
            <a:extLst xmlns:a="http://schemas.openxmlformats.org/drawingml/2006/main">
              <a:ext uri="{FF2B5EF4-FFF2-40B4-BE49-F238E27FC236}">
                <a16:creationId xmlns:a16="http://schemas.microsoft.com/office/drawing/2014/main" id="{402B4BEF-2A67-4AB8-A550-CB6090FCDD11}"/>
              </a:ext>
            </a:extLst>
          </p:cNvPr>
          <p:cNvSpPr>
            <a:spLocks xmlns:a="http://schemas.openxmlformats.org/drawingml/2006/main" noGrp="1"/>
          </p:cNvSpPr>
          <p:nvPr/>
        </p:nvSpPr>
        <p:spPr>
          <a:xfrm xmlns:a="http://schemas.openxmlformats.org/drawingml/2006/main">
            <a:off x="8582025" y="4867275"/>
            <a:ext cx="2609850" cy="704850"/>
          </a:xfrm>
          <a:prstGeom xmlns:a="http://schemas.openxmlformats.org/drawingml/2006/main" prst="roundRect">
            <a:avLst>
              <a:gd name="adj" fmla="val 10811"/>
            </a:avLst>
          </a:prstGeom>
          <a:solidFill xmlns:a="http://schemas.openxmlformats.org/drawingml/2006/main">
            <a:srgbClr val="DDF4F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E8EE44F-508E-4217-B4B4-03A0AB8FA25E}"/>
              </a:ext>
            </a:extLst>
          </p:cNvPr>
          <p:cNvSpPr>
            <a:spLocks xmlns:a="http://schemas.openxmlformats.org/drawingml/2006/main" noGrp="1"/>
          </p:cNvSpPr>
          <p:nvPr/>
        </p:nvSpPr>
        <p:spPr>
          <a:xfrm xmlns:a="http://schemas.openxmlformats.org/drawingml/2006/main">
            <a:off x="8791575" y="4991100"/>
            <a:ext cx="21812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1">
                <a:solidFill>
                  <a:srgbClr val="1C9A91"/>
                </a:solidFill>
              </a:defRPr>
            </a:defPPr>
            <a:lvl1pPr algn="ctr">
              <a:defRPr sz="1200" b="1">
                <a:solidFill>
                  <a:srgbClr val="1C9A91"/>
                </a:solidFill>
              </a:defRPr>
            </a:lvl1pPr>
            <a:lvl2pPr algn="ctr">
              <a:defRPr sz="1200" b="1">
                <a:solidFill>
                  <a:srgbClr val="1C9A91"/>
                </a:solidFill>
              </a:defRPr>
            </a:lvl2pPr>
            <a:lvl3pPr algn="ctr">
              <a:defRPr sz="1200" b="1">
                <a:solidFill>
                  <a:srgbClr val="1C9A91"/>
                </a:solidFill>
              </a:defRPr>
            </a:lvl3pPr>
            <a:lvl4pPr algn="ctr">
              <a:defRPr sz="1200" b="1">
                <a:solidFill>
                  <a:srgbClr val="1C9A91"/>
                </a:solidFill>
              </a:defRPr>
            </a:lvl4pPr>
            <a:lvl5pPr algn="ctr">
              <a:defRPr sz="1200" b="1">
                <a:solidFill>
                  <a:srgbClr val="1C9A91"/>
                </a:solidFill>
              </a:defRPr>
            </a:lvl5pPr>
            <a:lvl6pPr algn="ctr">
              <a:defRPr sz="1200" b="1">
                <a:solidFill>
                  <a:srgbClr val="1C9A91"/>
                </a:solidFill>
              </a:defRPr>
            </a:lvl6pPr>
            <a:lvl7pPr algn="ctr">
              <a:defRPr sz="1200" b="1">
                <a:solidFill>
                  <a:srgbClr val="1C9A91"/>
                </a:solidFill>
              </a:defRPr>
            </a:lvl7pPr>
            <a:lvl8pPr algn="ctr">
              <a:defRPr sz="1200" b="1">
                <a:solidFill>
                  <a:srgbClr val="1C9A91"/>
                </a:solidFill>
              </a:defRPr>
            </a:lvl8pPr>
            <a:lvl9pPr algn="ctr">
              <a:defRPr sz="1200" b="1">
                <a:solidFill>
                  <a:srgbClr val="1C9A91"/>
                </a:solidFill>
              </a:defRPr>
            </a:lvl9pPr>
          </a:lstStyle>
          <a:p xmlns:a="http://schemas.openxmlformats.org/drawingml/2006/main">
            <a:pPr algn="ctr">
              <a:defRPr sz="1200" b="1">
                <a:solidFill>
                  <a:srgbClr val="1C9A91"/>
                </a:solidFill>
              </a:defRPr>
            </a:pPr>
            <a:r>
              <a:rPr sz="1200" b="1">
                <a:solidFill>
                  <a:srgbClr val="1C9A91"/>
                </a:solidFill>
              </a:rPr>
              <a:t>Train learns the vocabulary; test reuses it.</a:t>
            </a:r>
          </a:p>
        </p:txBody>
      </p:sp>
      <p:sp>
        <p:nvSpPr>
          <p:cNvPr id="21" name="">
            <a:extLst xmlns:a="http://schemas.openxmlformats.org/drawingml/2006/main">
              <a:ext uri="{FF2B5EF4-FFF2-40B4-BE49-F238E27FC236}">
                <a16:creationId xmlns:a16="http://schemas.microsoft.com/office/drawing/2014/main" id="{DFC4F8BB-A1E6-452F-A687-8EF921B908C4}"/>
              </a:ext>
            </a:extLst>
          </p:cNvPr>
          <p:cNvSpPr>
            <a:spLocks xmlns:a="http://schemas.openxmlformats.org/drawingml/2006/main" noGrp="1"/>
          </p:cNvSpPr>
          <p:nvPr/>
        </p:nvSpPr>
        <p:spPr>
          <a:xfrm xmlns:a="http://schemas.openxmlformats.org/drawingml/2006/main">
            <a:off x="666750" y="59245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87087"/>
                </a:solidFill>
              </a:defRPr>
            </a:defPPr>
            <a:lvl1pPr algn="l">
              <a:defRPr sz="1200" b="0">
                <a:solidFill>
                  <a:srgbClr val="587087"/>
                </a:solidFill>
              </a:defRPr>
            </a:lvl1pPr>
            <a:lvl2pPr algn="l">
              <a:defRPr sz="1200" b="0">
                <a:solidFill>
                  <a:srgbClr val="587087"/>
                </a:solidFill>
              </a:defRPr>
            </a:lvl2pPr>
            <a:lvl3pPr algn="l">
              <a:defRPr sz="1200" b="0">
                <a:solidFill>
                  <a:srgbClr val="587087"/>
                </a:solidFill>
              </a:defRPr>
            </a:lvl3pPr>
            <a:lvl4pPr algn="l">
              <a:defRPr sz="1200" b="0">
                <a:solidFill>
                  <a:srgbClr val="587087"/>
                </a:solidFill>
              </a:defRPr>
            </a:lvl4pPr>
            <a:lvl5pPr algn="l">
              <a:defRPr sz="1200" b="0">
                <a:solidFill>
                  <a:srgbClr val="587087"/>
                </a:solidFill>
              </a:defRPr>
            </a:lvl5pPr>
            <a:lvl6pPr algn="l">
              <a:defRPr sz="1200" b="0">
                <a:solidFill>
                  <a:srgbClr val="587087"/>
                </a:solidFill>
              </a:defRPr>
            </a:lvl6pPr>
            <a:lvl7pPr algn="l">
              <a:defRPr sz="1200" b="0">
                <a:solidFill>
                  <a:srgbClr val="587087"/>
                </a:solidFill>
              </a:defRPr>
            </a:lvl7pPr>
            <a:lvl8pPr algn="l">
              <a:defRPr sz="1200" b="0">
                <a:solidFill>
                  <a:srgbClr val="587087"/>
                </a:solidFill>
              </a:defRPr>
            </a:lvl8pPr>
            <a:lvl9pPr algn="l">
              <a:defRPr sz="1200" b="0">
                <a:solidFill>
                  <a:srgbClr val="587087"/>
                </a:solidFill>
              </a:defRPr>
            </a:lvl9pPr>
          </a:lstStyle>
          <a:p xmlns:a="http://schemas.openxmlformats.org/drawingml/2006/main">
            <a:pPr algn="l">
              <a:defRPr sz="1200" b="0">
                <a:solidFill>
                  <a:srgbClr val="587087"/>
                </a:solidFill>
              </a:defRPr>
            </a:pPr>
            <a:r>
              <a:rPr sz="1200" b="0">
                <a:solidFill>
                  <a:srgbClr val="587087"/>
                </a:solidFill>
              </a:rPr>
              <a:t>Common English stop words are omitted in this notebook with stop_words="english".</a:t>
            </a:r>
          </a:p>
        </p:txBody>
      </p:sp>
    </p:spTree>
    <p:extLst>
      <p:ext uri="{BB962C8B-B14F-4D97-AF65-F5344CB8AC3E}">
        <p14:creationId xmlns:p14="http://schemas.microsoft.com/office/powerpoint/2010/main" val="574609817"/>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51F6AC3-ED43-4DC2-B1D9-27B509EBED8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C9A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43FC82-2F44-4028-B599-47EF6D7359D7}"/>
              </a:ext>
            </a:extLst>
          </p:cNvPr>
          <p:cNvSpPr>
            <a:spLocks xmlns:a="http://schemas.openxmlformats.org/drawingml/2006/main" noGrp="1"/>
          </p:cNvSpPr>
          <p:nvPr/>
        </p:nvSpPr>
        <p:spPr>
          <a:xfrm xmlns:a="http://schemas.openxmlformats.org/drawingml/2006/main">
            <a:off x="628650" y="3619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0243A"/>
                </a:solidFill>
              </a:defRPr>
            </a:defPPr>
            <a:lvl1pPr algn="l">
              <a:defRPr sz="2550" b="1">
                <a:solidFill>
                  <a:srgbClr val="10243A"/>
                </a:solidFill>
              </a:defRPr>
            </a:lvl1pPr>
            <a:lvl2pPr algn="l">
              <a:defRPr sz="2550" b="1">
                <a:solidFill>
                  <a:srgbClr val="10243A"/>
                </a:solidFill>
              </a:defRPr>
            </a:lvl2pPr>
            <a:lvl3pPr algn="l">
              <a:defRPr sz="2550" b="1">
                <a:solidFill>
                  <a:srgbClr val="10243A"/>
                </a:solidFill>
              </a:defRPr>
            </a:lvl3pPr>
            <a:lvl4pPr algn="l">
              <a:defRPr sz="2550" b="1">
                <a:solidFill>
                  <a:srgbClr val="10243A"/>
                </a:solidFill>
              </a:defRPr>
            </a:lvl4pPr>
            <a:lvl5pPr algn="l">
              <a:defRPr sz="2550" b="1">
                <a:solidFill>
                  <a:srgbClr val="10243A"/>
                </a:solidFill>
              </a:defRPr>
            </a:lvl5pPr>
            <a:lvl6pPr algn="l">
              <a:defRPr sz="2550" b="1">
                <a:solidFill>
                  <a:srgbClr val="10243A"/>
                </a:solidFill>
              </a:defRPr>
            </a:lvl6pPr>
            <a:lvl7pPr algn="l">
              <a:defRPr sz="2550" b="1">
                <a:solidFill>
                  <a:srgbClr val="10243A"/>
                </a:solidFill>
              </a:defRPr>
            </a:lvl7pPr>
            <a:lvl8pPr algn="l">
              <a:defRPr sz="2550" b="1">
                <a:solidFill>
                  <a:srgbClr val="10243A"/>
                </a:solidFill>
              </a:defRPr>
            </a:lvl8pPr>
            <a:lvl9pPr algn="l">
              <a:defRPr sz="2550" b="1">
                <a:solidFill>
                  <a:srgbClr val="10243A"/>
                </a:solidFill>
              </a:defRPr>
            </a:lvl9pPr>
          </a:lstStyle>
          <a:p xmlns:a="http://schemas.openxmlformats.org/drawingml/2006/main">
            <a:pPr algn="l">
              <a:defRPr sz="2550" b="1">
                <a:solidFill>
                  <a:srgbClr val="10243A"/>
                </a:solidFill>
              </a:defRPr>
            </a:pPr>
            <a:r>
              <a:rPr sz="2550" b="1">
                <a:solidFill>
                  <a:srgbClr val="10243A"/>
                </a:solidFill>
              </a:rPr>
              <a:t>Two classifiers, one text representation</a:t>
            </a:r>
          </a:p>
        </p:txBody>
      </p:sp>
      <p:sp>
        <p:nvSpPr>
          <p:cNvPr id="3" name="">
            <a:extLst xmlns:a="http://schemas.openxmlformats.org/drawingml/2006/main">
              <a:ext uri="{FF2B5EF4-FFF2-40B4-BE49-F238E27FC236}">
                <a16:creationId xmlns:a16="http://schemas.microsoft.com/office/drawing/2014/main" id="{FADEA1FA-D682-424B-9CF9-0882AFCE0398}"/>
              </a:ext>
            </a:extLst>
          </p:cNvPr>
          <p:cNvSpPr>
            <a:spLocks xmlns:a="http://schemas.openxmlformats.org/drawingml/2006/main" noGrp="1"/>
          </p:cNvSpPr>
          <p:nvPr/>
        </p:nvSpPr>
        <p:spPr>
          <a:xfrm xmlns:a="http://schemas.openxmlformats.org/drawingml/2006/main">
            <a:off x="628650" y="981075"/>
            <a:ext cx="10934700" cy="0"/>
          </a:xfrm>
          <a:prstGeom xmlns:a="http://schemas.openxmlformats.org/drawingml/2006/main" prst="line">
            <a:avLst/>
          </a:prstGeom>
          <a:noFill xmlns:a="http://schemas.openxmlformats.org/drawingml/2006/main"/>
          <a:ln xmlns:a="http://schemas.openxmlformats.org/drawingml/2006/main" w="12383">
            <a:solidFill>
              <a:srgbClr val="D9E3E9"/>
            </a:solidFill>
            <a:prstDash val="solid"/>
          </a:ln>
        </p:spPr>
      </p:sp>
      <p:sp>
        <p:nvSpPr>
          <p:cNvPr id="4" name="">
            <a:extLst xmlns:a="http://schemas.openxmlformats.org/drawingml/2006/main">
              <a:ext uri="{FF2B5EF4-FFF2-40B4-BE49-F238E27FC236}">
                <a16:creationId xmlns:a16="http://schemas.microsoft.com/office/drawing/2014/main" id="{1861DC67-60CE-4745-A9B3-6E095509FF33}"/>
              </a:ext>
            </a:extLst>
          </p:cNvPr>
          <p:cNvSpPr>
            <a:spLocks xmlns:a="http://schemas.openxmlformats.org/drawingml/2006/main" noGrp="1"/>
          </p:cNvSpPr>
          <p:nvPr/>
        </p:nvSpPr>
        <p:spPr>
          <a:xfrm xmlns:a="http://schemas.openxmlformats.org/drawingml/2006/main">
            <a:off x="628650" y="6448425"/>
            <a:ext cx="923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00" b="1">
                <a:solidFill>
                  <a:srgbClr val="587087"/>
                </a:solidFill>
              </a:defRPr>
            </a:defPPr>
            <a:lvl1pPr algn="l">
              <a:defRPr sz="900" b="1">
                <a:solidFill>
                  <a:srgbClr val="587087"/>
                </a:solidFill>
              </a:defRPr>
            </a:lvl1pPr>
            <a:lvl2pPr algn="l">
              <a:defRPr sz="900" b="1">
                <a:solidFill>
                  <a:srgbClr val="587087"/>
                </a:solidFill>
              </a:defRPr>
            </a:lvl2pPr>
            <a:lvl3pPr algn="l">
              <a:defRPr sz="900" b="1">
                <a:solidFill>
                  <a:srgbClr val="587087"/>
                </a:solidFill>
              </a:defRPr>
            </a:lvl3pPr>
            <a:lvl4pPr algn="l">
              <a:defRPr sz="900" b="1">
                <a:solidFill>
                  <a:srgbClr val="587087"/>
                </a:solidFill>
              </a:defRPr>
            </a:lvl4pPr>
            <a:lvl5pPr algn="l">
              <a:defRPr sz="900" b="1">
                <a:solidFill>
                  <a:srgbClr val="587087"/>
                </a:solidFill>
              </a:defRPr>
            </a:lvl5pPr>
            <a:lvl6pPr algn="l">
              <a:defRPr sz="900" b="1">
                <a:solidFill>
                  <a:srgbClr val="587087"/>
                </a:solidFill>
              </a:defRPr>
            </a:lvl6pPr>
            <a:lvl7pPr algn="l">
              <a:defRPr sz="900" b="1">
                <a:solidFill>
                  <a:srgbClr val="587087"/>
                </a:solidFill>
              </a:defRPr>
            </a:lvl7pPr>
            <a:lvl8pPr algn="l">
              <a:defRPr sz="900" b="1">
                <a:solidFill>
                  <a:srgbClr val="587087"/>
                </a:solidFill>
              </a:defRPr>
            </a:lvl8pPr>
            <a:lvl9pPr algn="l">
              <a:defRPr sz="900" b="1">
                <a:solidFill>
                  <a:srgbClr val="587087"/>
                </a:solidFill>
              </a:defRPr>
            </a:lvl9pPr>
          </a:lstStyle>
          <a:p xmlns:a="http://schemas.openxmlformats.org/drawingml/2006/main">
            <a:pPr algn="l">
              <a:defRPr sz="900" b="1">
                <a:solidFill>
                  <a:srgbClr val="587087"/>
                </a:solidFill>
              </a:defRPr>
            </a:pPr>
            <a:r>
              <a:rPr sz="900" b="1">
                <a:solidFill>
                  <a:srgbClr val="587087"/>
                </a:solidFill>
              </a:rPr>
              <a:t>SHIKHAR AASAL  •  26BDA70036  •  BDS-111 (A)  •  AI APPLICATIONS</a:t>
            </a:r>
          </a:p>
        </p:txBody>
      </p:sp>
      <p:sp>
        <p:nvSpPr>
          <p:cNvPr id="5" name="">
            <a:extLst xmlns:a="http://schemas.openxmlformats.org/drawingml/2006/main">
              <a:ext uri="{FF2B5EF4-FFF2-40B4-BE49-F238E27FC236}">
                <a16:creationId xmlns:a16="http://schemas.microsoft.com/office/drawing/2014/main" id="{137E1A6A-50C8-4E8C-9D54-6131CDCBDA5E}"/>
              </a:ext>
            </a:extLst>
          </p:cNvPr>
          <p:cNvSpPr>
            <a:spLocks xmlns:a="http://schemas.openxmlformats.org/drawingml/2006/main" noGrp="1"/>
          </p:cNvSpPr>
          <p:nvPr/>
        </p:nvSpPr>
        <p:spPr>
          <a:xfrm xmlns:a="http://schemas.openxmlformats.org/drawingml/2006/main">
            <a:off x="11144250" y="640080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1C9A91"/>
                </a:solidFill>
              </a:defRPr>
            </a:defPPr>
            <a:lvl1pPr algn="r">
              <a:defRPr sz="1125" b="1">
                <a:solidFill>
                  <a:srgbClr val="1C9A91"/>
                </a:solidFill>
              </a:defRPr>
            </a:lvl1pPr>
            <a:lvl2pPr algn="r">
              <a:defRPr sz="1125" b="1">
                <a:solidFill>
                  <a:srgbClr val="1C9A91"/>
                </a:solidFill>
              </a:defRPr>
            </a:lvl2pPr>
            <a:lvl3pPr algn="r">
              <a:defRPr sz="1125" b="1">
                <a:solidFill>
                  <a:srgbClr val="1C9A91"/>
                </a:solidFill>
              </a:defRPr>
            </a:lvl3pPr>
            <a:lvl4pPr algn="r">
              <a:defRPr sz="1125" b="1">
                <a:solidFill>
                  <a:srgbClr val="1C9A91"/>
                </a:solidFill>
              </a:defRPr>
            </a:lvl4pPr>
            <a:lvl5pPr algn="r">
              <a:defRPr sz="1125" b="1">
                <a:solidFill>
                  <a:srgbClr val="1C9A91"/>
                </a:solidFill>
              </a:defRPr>
            </a:lvl5pPr>
            <a:lvl6pPr algn="r">
              <a:defRPr sz="1125" b="1">
                <a:solidFill>
                  <a:srgbClr val="1C9A91"/>
                </a:solidFill>
              </a:defRPr>
            </a:lvl6pPr>
            <a:lvl7pPr algn="r">
              <a:defRPr sz="1125" b="1">
                <a:solidFill>
                  <a:srgbClr val="1C9A91"/>
                </a:solidFill>
              </a:defRPr>
            </a:lvl7pPr>
            <a:lvl8pPr algn="r">
              <a:defRPr sz="1125" b="1">
                <a:solidFill>
                  <a:srgbClr val="1C9A91"/>
                </a:solidFill>
              </a:defRPr>
            </a:lvl8pPr>
            <a:lvl9pPr algn="r">
              <a:defRPr sz="1125" b="1">
                <a:solidFill>
                  <a:srgbClr val="1C9A91"/>
                </a:solidFill>
              </a:defRPr>
            </a:lvl9pPr>
          </a:lstStyle>
          <a:p xmlns:a="http://schemas.openxmlformats.org/drawingml/2006/main">
            <a:pPr algn="r">
              <a:defRPr sz="1125" b="1">
                <a:solidFill>
                  <a:srgbClr val="1C9A91"/>
                </a:solidFill>
              </a:defRPr>
            </a:pPr>
            <a:r>
              <a:rPr sz="1125" b="1">
                <a:solidFill>
                  <a:srgbClr val="1C9A91"/>
                </a:solidFill>
              </a:rPr>
              <a:t>05</a:t>
            </a:r>
          </a:p>
        </p:txBody>
      </p:sp>
      <p:sp>
        <p:nvSpPr>
          <p:cNvPr id="6" name="">
            <a:extLst xmlns:a="http://schemas.openxmlformats.org/drawingml/2006/main">
              <a:ext uri="{FF2B5EF4-FFF2-40B4-BE49-F238E27FC236}">
                <a16:creationId xmlns:a16="http://schemas.microsoft.com/office/drawing/2014/main" id="{E3102073-8AE6-48B6-AE99-93421D8E74B1}"/>
              </a:ext>
            </a:extLst>
          </p:cNvPr>
          <p:cNvSpPr>
            <a:spLocks xmlns:a="http://schemas.openxmlformats.org/drawingml/2006/main" noGrp="1"/>
          </p:cNvSpPr>
          <p:nvPr/>
        </p:nvSpPr>
        <p:spPr>
          <a:xfrm xmlns:a="http://schemas.openxmlformats.org/drawingml/2006/main">
            <a:off x="666750" y="117157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87087"/>
                </a:solidFill>
              </a:defRPr>
            </a:defPPr>
            <a:lvl1pPr algn="l">
              <a:defRPr sz="1425" b="0">
                <a:solidFill>
                  <a:srgbClr val="587087"/>
                </a:solidFill>
              </a:defRPr>
            </a:lvl1pPr>
            <a:lvl2pPr algn="l">
              <a:defRPr sz="1425" b="0">
                <a:solidFill>
                  <a:srgbClr val="587087"/>
                </a:solidFill>
              </a:defRPr>
            </a:lvl2pPr>
            <a:lvl3pPr algn="l">
              <a:defRPr sz="1425" b="0">
                <a:solidFill>
                  <a:srgbClr val="587087"/>
                </a:solidFill>
              </a:defRPr>
            </a:lvl3pPr>
            <a:lvl4pPr algn="l">
              <a:defRPr sz="1425" b="0">
                <a:solidFill>
                  <a:srgbClr val="587087"/>
                </a:solidFill>
              </a:defRPr>
            </a:lvl4pPr>
            <a:lvl5pPr algn="l">
              <a:defRPr sz="1425" b="0">
                <a:solidFill>
                  <a:srgbClr val="587087"/>
                </a:solidFill>
              </a:defRPr>
            </a:lvl5pPr>
            <a:lvl6pPr algn="l">
              <a:defRPr sz="1425" b="0">
                <a:solidFill>
                  <a:srgbClr val="587087"/>
                </a:solidFill>
              </a:defRPr>
            </a:lvl6pPr>
            <a:lvl7pPr algn="l">
              <a:defRPr sz="1425" b="0">
                <a:solidFill>
                  <a:srgbClr val="587087"/>
                </a:solidFill>
              </a:defRPr>
            </a:lvl7pPr>
            <a:lvl8pPr algn="l">
              <a:defRPr sz="1425" b="0">
                <a:solidFill>
                  <a:srgbClr val="587087"/>
                </a:solidFill>
              </a:defRPr>
            </a:lvl8pPr>
            <a:lvl9pPr algn="l">
              <a:defRPr sz="1425" b="0">
                <a:solidFill>
                  <a:srgbClr val="587087"/>
                </a:solidFill>
              </a:defRPr>
            </a:lvl9pPr>
          </a:lstStyle>
          <a:p xmlns:a="http://schemas.openxmlformats.org/drawingml/2006/main">
            <a:pPr algn="l">
              <a:defRPr sz="1425" b="0">
                <a:solidFill>
                  <a:srgbClr val="587087"/>
                </a:solidFill>
              </a:defRPr>
            </a:pPr>
            <a:r>
              <a:rPr sz="1425" b="0">
                <a:solidFill>
                  <a:srgbClr val="587087"/>
                </a:solidFill>
              </a:rPr>
              <a:t>Both models receive TF-IDF features; they learn different decision rules.</a:t>
            </a:r>
          </a:p>
        </p:txBody>
      </p:sp>
      <p:graphicFrame>
        <p:nvGraphicFramePr>
          <p:cNvPr id="7" name="">
            <a:extLst xmlns:a="http://schemas.openxmlformats.org/drawingml/2006/main">
              <a:ext uri="{FF2B5EF4-FFF2-40B4-BE49-F238E27FC236}">
                <a16:creationId xmlns:a16="http://schemas.microsoft.com/office/drawing/2014/main" id="{CA190A2C-038B-4637-9BCE-CA7CA022528C}"/>
              </a:ext>
            </a:extLst>
          </p:cNvPr>
          <p:cNvGraphicFramePr/>
          <p:nvPr/>
        </p:nvGraphicFramePr>
        <p:xfrm>
          <a:off xmlns:a="http://schemas.openxmlformats.org/drawingml/2006/main" x="666750" y="1809750"/>
          <a:ext xmlns:a="http://schemas.openxmlformats.org/drawingml/2006/main" cx="7191375" cy="2762250"/>
        </p:xfrm>
        <a:graphic xmlns:a="http://schemas.openxmlformats.org/drawingml/2006/main">
          <a:graphicData uri="http://schemas.openxmlformats.org/drawingml/2006/table">
            <a:tbl>
              <a:tblPr/>
              <a:tblGrid>
                <a:gridCol w="1797844"/>
                <a:gridCol w="1797844"/>
                <a:gridCol w="1797844"/>
                <a:gridCol w="1797844"/>
              </a:tblGrid>
              <a:tr h="690563">
                <a:tc>
                  <a:txBody>
                    <a:bodyPr/>
                    <a:lstStyle/>
                    <a:p>
                      <a:r>
                        <a:rPr sz="1125" b="1">
                          <a:solidFill>
                            <a:srgbClr val="FFFFFF"/>
                          </a:solidFill>
                        </a:rPr>
                        <a:t>Model</a:t>
                      </a:r>
                    </a:p>
                  </a:txBody>
                  <a:tcPr marL="95250" marR="57150" marT="47625" marB="47625">
                    <a:lnL w="9525">
                      <a:solidFill>
                        <a:srgbClr val="D9E3E9"/>
                      </a:solidFill>
                      <a:prstDash val="solid"/>
                    </a:lnL>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c>
                  <a:txBody>
                    <a:bodyPr/>
                    <a:lstStyle/>
                    <a:p>
                      <a:r>
                        <a:rPr sz="1125" b="1">
                          <a:solidFill>
                            <a:srgbClr val="FFFFFF"/>
                          </a:solidFill>
                        </a:rPr>
                        <a:t>What it learns</a:t>
                      </a:r>
                    </a:p>
                  </a:txBody>
                  <a:tcPr marL="95250" marR="57150" marT="47625" marB="47625">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c>
                  <a:txBody>
                    <a:bodyPr/>
                    <a:lstStyle/>
                    <a:p>
                      <a:r>
                        <a:rPr sz="1125" b="1">
                          <a:solidFill>
                            <a:srgbClr val="FFFFFF"/>
                          </a:solidFill>
                        </a:rPr>
                        <a:t>Strength</a:t>
                      </a:r>
                    </a:p>
                  </a:txBody>
                  <a:tcPr marL="95250" marR="57150" marT="47625" marB="47625">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c>
                  <a:txBody>
                    <a:bodyPr/>
                    <a:lstStyle/>
                    <a:p>
                      <a:r>
                        <a:rPr sz="1125" b="1">
                          <a:solidFill>
                            <a:srgbClr val="FFFFFF"/>
                          </a:solidFill>
                        </a:rPr>
                        <a:t>Example accuracy*</a:t>
                      </a:r>
                    </a:p>
                  </a:txBody>
                  <a:tcPr marL="95250" marR="57150" marT="47625" marB="47625">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r>
              <a:tr h="690563">
                <a:tc>
                  <a:txBody>
                    <a:bodyPr/>
                    <a:lstStyle/>
                    <a:p>
                      <a:r>
                        <a:rPr sz="1125">
                          <a:solidFill>
                            <a:srgbClr val="183047"/>
                          </a:solidFill>
                        </a:rPr>
                        <a:t>Naive Bayes</a:t>
                      </a:r>
                    </a:p>
                  </a:txBody>
                  <a:tcPr marL="95250" marR="57150" marT="47625" marB="47625">
                    <a:lnL w="9525">
                      <a:solidFill>
                        <a:srgbClr val="D9E3E9"/>
                      </a:solidFill>
                      <a:prstDash val="solid"/>
                    </a:lnL>
                    <a:lnR w="9525">
                      <a:solidFill>
                        <a:srgbClr val="D9E3E9"/>
                      </a:solidFill>
                      <a:prstDash val="solid"/>
                    </a:lnR>
                    <a:lnB w="9525">
                      <a:solidFill>
                        <a:srgbClr val="D9E3E9"/>
                      </a:solidFill>
                      <a:prstDash val="solid"/>
                    </a:lnB>
                    <a:solidFill>
                      <a:srgbClr val="FFFFFF"/>
                    </a:solidFill>
                  </a:tcPr>
                </a:tc>
                <a:tc>
                  <a:txBody>
                    <a:bodyPr/>
                    <a:lstStyle/>
                    <a:p>
                      <a:r>
                        <a:rPr sz="1125">
                          <a:solidFill>
                            <a:srgbClr val="183047"/>
                          </a:solidFill>
                        </a:rPr>
                        <a:t>Word evidence by class</a:t>
                      </a:r>
                    </a:p>
                  </a:txBody>
                  <a:tcPr marL="95250" marR="57150" marT="47625" marB="47625">
                    <a:lnR w="9525">
                      <a:solidFill>
                        <a:srgbClr val="D9E3E9"/>
                      </a:solidFill>
                      <a:prstDash val="solid"/>
                    </a:lnR>
                    <a:lnB w="9525">
                      <a:solidFill>
                        <a:srgbClr val="D9E3E9"/>
                      </a:solidFill>
                      <a:prstDash val="solid"/>
                    </a:lnB>
                    <a:solidFill>
                      <a:srgbClr val="FFFFFF"/>
                    </a:solidFill>
                  </a:tcPr>
                </a:tc>
                <a:tc>
                  <a:txBody>
                    <a:bodyPr/>
                    <a:lstStyle/>
                    <a:p>
                      <a:r>
                        <a:rPr sz="1125">
                          <a:solidFill>
                            <a:srgbClr val="183047"/>
                          </a:solidFill>
                        </a:rPr>
                        <a:t>Fast; strong text baseline</a:t>
                      </a:r>
                    </a:p>
                  </a:txBody>
                  <a:tcPr marL="95250" marR="57150" marT="47625" marB="47625">
                    <a:lnR w="9525">
                      <a:solidFill>
                        <a:srgbClr val="D9E3E9"/>
                      </a:solidFill>
                      <a:prstDash val="solid"/>
                    </a:lnR>
                    <a:lnB w="9525">
                      <a:solidFill>
                        <a:srgbClr val="D9E3E9"/>
                      </a:solidFill>
                      <a:prstDash val="solid"/>
                    </a:lnB>
                    <a:solidFill>
                      <a:srgbClr val="FFFFFF"/>
                    </a:solidFill>
                  </a:tcPr>
                </a:tc>
                <a:tc>
                  <a:txBody>
                    <a:bodyPr/>
                    <a:lstStyle/>
                    <a:p>
                      <a:r>
                        <a:rPr sz="1125">
                          <a:solidFill>
                            <a:srgbClr val="183047"/>
                          </a:solidFill>
                        </a:rPr>
                        <a:t>97.3%</a:t>
                      </a:r>
                    </a:p>
                  </a:txBody>
                  <a:tcPr marL="95250" marR="57150" marT="47625" marB="47625">
                    <a:lnR w="9525">
                      <a:solidFill>
                        <a:srgbClr val="D9E3E9"/>
                      </a:solidFill>
                      <a:prstDash val="solid"/>
                    </a:lnR>
                    <a:lnB w="9525">
                      <a:solidFill>
                        <a:srgbClr val="D9E3E9"/>
                      </a:solidFill>
                      <a:prstDash val="solid"/>
                    </a:lnB>
                    <a:solidFill>
                      <a:srgbClr val="FFFFFF"/>
                    </a:solidFill>
                  </a:tcPr>
                </a:tc>
              </a:tr>
              <a:tr h="690563">
                <a:tc>
                  <a:txBody>
                    <a:bodyPr/>
                    <a:lstStyle/>
                    <a:p>
                      <a:r>
                        <a:rPr sz="1125">
                          <a:solidFill>
                            <a:srgbClr val="183047"/>
                          </a:solidFill>
                        </a:rPr>
                        <a:t>Logistic Regression</a:t>
                      </a:r>
                    </a:p>
                  </a:txBody>
                  <a:tcPr marL="95250" marR="57150" marT="47625" marB="47625">
                    <a:lnL w="9525">
                      <a:solidFill>
                        <a:srgbClr val="D9E3E9"/>
                      </a:solidFill>
                      <a:prstDash val="solid"/>
                    </a:lnL>
                    <a:lnR w="9525">
                      <a:solidFill>
                        <a:srgbClr val="D9E3E9"/>
                      </a:solidFill>
                      <a:prstDash val="solid"/>
                    </a:lnR>
                    <a:lnB w="9525">
                      <a:solidFill>
                        <a:srgbClr val="D9E3E9"/>
                      </a:solidFill>
                      <a:prstDash val="solid"/>
                    </a:lnB>
                    <a:solidFill>
                      <a:srgbClr val="FFFFFF"/>
                    </a:solidFill>
                  </a:tcPr>
                </a:tc>
                <a:tc>
                  <a:txBody>
                    <a:bodyPr/>
                    <a:lstStyle/>
                    <a:p>
                      <a:r>
                        <a:rPr sz="1125">
                          <a:solidFill>
                            <a:srgbClr val="183047"/>
                          </a:solidFill>
                        </a:rPr>
                        <a:t>Weighted feature combination</a:t>
                      </a:r>
                    </a:p>
                  </a:txBody>
                  <a:tcPr marL="95250" marR="57150" marT="47625" marB="47625">
                    <a:lnR w="9525">
                      <a:solidFill>
                        <a:srgbClr val="D9E3E9"/>
                      </a:solidFill>
                      <a:prstDash val="solid"/>
                    </a:lnR>
                    <a:lnB w="9525">
                      <a:solidFill>
                        <a:srgbClr val="D9E3E9"/>
                      </a:solidFill>
                      <a:prstDash val="solid"/>
                    </a:lnB>
                    <a:solidFill>
                      <a:srgbClr val="FFFFFF"/>
                    </a:solidFill>
                  </a:tcPr>
                </a:tc>
                <a:tc>
                  <a:txBody>
                    <a:bodyPr/>
                    <a:lstStyle/>
                    <a:p>
                      <a:r>
                        <a:rPr sz="1125">
                          <a:solidFill>
                            <a:srgbClr val="183047"/>
                          </a:solidFill>
                        </a:rPr>
                        <a:t>Flexible linear boundary</a:t>
                      </a:r>
                    </a:p>
                  </a:txBody>
                  <a:tcPr marL="95250" marR="57150" marT="47625" marB="47625">
                    <a:lnR w="9525">
                      <a:solidFill>
                        <a:srgbClr val="D9E3E9"/>
                      </a:solidFill>
                      <a:prstDash val="solid"/>
                    </a:lnR>
                    <a:lnB w="9525">
                      <a:solidFill>
                        <a:srgbClr val="D9E3E9"/>
                      </a:solidFill>
                      <a:prstDash val="solid"/>
                    </a:lnB>
                    <a:solidFill>
                      <a:srgbClr val="FFFFFF"/>
                    </a:solidFill>
                  </a:tcPr>
                </a:tc>
                <a:tc>
                  <a:txBody>
                    <a:bodyPr/>
                    <a:lstStyle/>
                    <a:p>
                      <a:r>
                        <a:rPr sz="1125">
                          <a:solidFill>
                            <a:srgbClr val="183047"/>
                          </a:solidFill>
                        </a:rPr>
                        <a:t>97.4%</a:t>
                      </a:r>
                    </a:p>
                  </a:txBody>
                  <a:tcPr marL="95250" marR="57150" marT="47625" marB="47625">
                    <a:lnR w="9525">
                      <a:solidFill>
                        <a:srgbClr val="D9E3E9"/>
                      </a:solidFill>
                      <a:prstDash val="solid"/>
                    </a:lnR>
                    <a:lnB w="9525">
                      <a:solidFill>
                        <a:srgbClr val="D9E3E9"/>
                      </a:solidFill>
                      <a:prstDash val="solid"/>
                    </a:lnB>
                    <a:solidFill>
                      <a:srgbClr val="FFFFFF"/>
                    </a:solidFill>
                  </a:tcPr>
                </a:tc>
              </a:tr>
              <a:tr h="690563">
                <a:tc>
                  <a:txBody>
                    <a:bodyPr/>
                    <a:lstStyle/>
                    <a:p>
                      <a:r>
                        <a:rPr sz="1125">
                          <a:solidFill>
                            <a:srgbClr val="183047"/>
                          </a:solidFill>
                        </a:rPr>
                        <a:t>Shared input</a:t>
                      </a:r>
                    </a:p>
                  </a:txBody>
                  <a:tcPr marL="95250" marR="57150" marT="47625" marB="47625">
                    <a:lnL w="9525">
                      <a:solidFill>
                        <a:srgbClr val="D9E3E9"/>
                      </a:solidFill>
                      <a:prstDash val="solid"/>
                    </a:lnL>
                    <a:lnR w="9525">
                      <a:solidFill>
                        <a:srgbClr val="D9E3E9"/>
                      </a:solidFill>
                      <a:prstDash val="solid"/>
                    </a:lnR>
                    <a:lnB w="9525">
                      <a:solidFill>
                        <a:srgbClr val="D9E3E9"/>
                      </a:solidFill>
                      <a:prstDash val="solid"/>
                    </a:lnB>
                    <a:solidFill>
                      <a:srgbClr val="FFFFFF"/>
                    </a:solidFill>
                  </a:tcPr>
                </a:tc>
                <a:tc>
                  <a:txBody>
                    <a:bodyPr/>
                    <a:lstStyle/>
                    <a:p>
                      <a:r>
                        <a:rPr sz="1125">
                          <a:solidFill>
                            <a:srgbClr val="183047"/>
                          </a:solidFill>
                        </a:rPr>
                        <a:t>TF-IDF word weights</a:t>
                      </a:r>
                    </a:p>
                  </a:txBody>
                  <a:tcPr marL="95250" marR="57150" marT="47625" marB="47625">
                    <a:lnR w="9525">
                      <a:solidFill>
                        <a:srgbClr val="D9E3E9"/>
                      </a:solidFill>
                      <a:prstDash val="solid"/>
                    </a:lnR>
                    <a:lnB w="9525">
                      <a:solidFill>
                        <a:srgbClr val="D9E3E9"/>
                      </a:solidFill>
                      <a:prstDash val="solid"/>
                    </a:lnB>
                    <a:solidFill>
                      <a:srgbClr val="FFFFFF"/>
                    </a:solidFill>
                  </a:tcPr>
                </a:tc>
                <a:tc>
                  <a:txBody>
                    <a:bodyPr/>
                    <a:lstStyle/>
                    <a:p>
                      <a:r>
                        <a:rPr sz="1125">
                          <a:solidFill>
                            <a:srgbClr val="183047"/>
                          </a:solidFill>
                        </a:rPr>
                        <a:t>Same train/test split</a:t>
                      </a:r>
                    </a:p>
                  </a:txBody>
                  <a:tcPr marL="95250" marR="57150" marT="47625" marB="47625">
                    <a:lnR w="9525">
                      <a:solidFill>
                        <a:srgbClr val="D9E3E9"/>
                      </a:solidFill>
                      <a:prstDash val="solid"/>
                    </a:lnR>
                    <a:lnB w="9525">
                      <a:solidFill>
                        <a:srgbClr val="D9E3E9"/>
                      </a:solidFill>
                      <a:prstDash val="solid"/>
                    </a:lnB>
                    <a:solidFill>
                      <a:srgbClr val="FFFFFF"/>
                    </a:solidFill>
                  </a:tcPr>
                </a:tc>
                <a:tc>
                  <a:txBody>
                    <a:bodyPr/>
                    <a:lstStyle/>
                    <a:p>
                      <a:r>
                        <a:rPr sz="1125">
                          <a:solidFill>
                            <a:srgbClr val="183047"/>
                          </a:solidFill>
                        </a:rPr>
                        <a:t>80 / 20</a:t>
                      </a:r>
                    </a:p>
                  </a:txBody>
                  <a:tcPr marL="95250" marR="57150" marT="47625" marB="47625">
                    <a:lnR w="9525">
                      <a:solidFill>
                        <a:srgbClr val="D9E3E9"/>
                      </a:solidFill>
                      <a:prstDash val="solid"/>
                    </a:lnR>
                    <a:lnB w="9525">
                      <a:solidFill>
                        <a:srgbClr val="D9E3E9"/>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EFBBC322-DAB5-4E47-A455-DD16B48FADD7}"/>
              </a:ext>
            </a:extLst>
          </p:cNvPr>
          <p:cNvSpPr>
            <a:spLocks xmlns:a="http://schemas.openxmlformats.org/drawingml/2006/main" noGrp="1"/>
          </p:cNvSpPr>
          <p:nvPr/>
        </p:nvSpPr>
        <p:spPr>
          <a:xfrm xmlns:a="http://schemas.openxmlformats.org/drawingml/2006/main">
            <a:off x="8324850" y="1924050"/>
            <a:ext cx="31718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10243A"/>
                </a:solidFill>
              </a:defRPr>
            </a:defPPr>
            <a:lvl1pPr algn="l">
              <a:defRPr sz="1425" b="1">
                <a:solidFill>
                  <a:srgbClr val="10243A"/>
                </a:solidFill>
              </a:defRPr>
            </a:lvl1pPr>
            <a:lvl2pPr algn="l">
              <a:defRPr sz="1425" b="1">
                <a:solidFill>
                  <a:srgbClr val="10243A"/>
                </a:solidFill>
              </a:defRPr>
            </a:lvl2pPr>
            <a:lvl3pPr algn="l">
              <a:defRPr sz="1425" b="1">
                <a:solidFill>
                  <a:srgbClr val="10243A"/>
                </a:solidFill>
              </a:defRPr>
            </a:lvl3pPr>
            <a:lvl4pPr algn="l">
              <a:defRPr sz="1425" b="1">
                <a:solidFill>
                  <a:srgbClr val="10243A"/>
                </a:solidFill>
              </a:defRPr>
            </a:lvl4pPr>
            <a:lvl5pPr algn="l">
              <a:defRPr sz="1425" b="1">
                <a:solidFill>
                  <a:srgbClr val="10243A"/>
                </a:solidFill>
              </a:defRPr>
            </a:lvl5pPr>
            <a:lvl6pPr algn="l">
              <a:defRPr sz="1425" b="1">
                <a:solidFill>
                  <a:srgbClr val="10243A"/>
                </a:solidFill>
              </a:defRPr>
            </a:lvl6pPr>
            <a:lvl7pPr algn="l">
              <a:defRPr sz="1425" b="1">
                <a:solidFill>
                  <a:srgbClr val="10243A"/>
                </a:solidFill>
              </a:defRPr>
            </a:lvl7pPr>
            <a:lvl8pPr algn="l">
              <a:defRPr sz="1425" b="1">
                <a:solidFill>
                  <a:srgbClr val="10243A"/>
                </a:solidFill>
              </a:defRPr>
            </a:lvl8pPr>
            <a:lvl9pPr algn="l">
              <a:defRPr sz="1425" b="1">
                <a:solidFill>
                  <a:srgbClr val="10243A"/>
                </a:solidFill>
              </a:defRPr>
            </a:lvl9pPr>
          </a:lstStyle>
          <a:p xmlns:a="http://schemas.openxmlformats.org/drawingml/2006/main">
            <a:pPr algn="l">
              <a:defRPr sz="1425" b="1">
                <a:solidFill>
                  <a:srgbClr val="10243A"/>
                </a:solidFill>
              </a:defRPr>
            </a:pPr>
            <a:r>
              <a:rPr sz="1425" b="1">
                <a:solidFill>
                  <a:srgbClr val="10243A"/>
                </a:solidFill>
              </a:rPr>
              <a:t>Accuracy in the PDF example run</a:t>
            </a:r>
          </a:p>
        </p:txBody>
      </p:sp>
      <p:sp>
        <p:nvSpPr>
          <p:cNvPr id="9" name="">
            <a:extLst xmlns:a="http://schemas.openxmlformats.org/drawingml/2006/main">
              <a:ext uri="{FF2B5EF4-FFF2-40B4-BE49-F238E27FC236}">
                <a16:creationId xmlns:a16="http://schemas.microsoft.com/office/drawing/2014/main" id="{901FC950-11C2-46B1-A569-B632A2D4839C}"/>
              </a:ext>
            </a:extLst>
          </p:cNvPr>
          <p:cNvSpPr>
            <a:spLocks xmlns:a="http://schemas.openxmlformats.org/drawingml/2006/main" noGrp="1"/>
          </p:cNvSpPr>
          <p:nvPr/>
        </p:nvSpPr>
        <p:spPr>
          <a:xfrm xmlns:a="http://schemas.openxmlformats.org/drawingml/2006/main">
            <a:off x="8324850" y="2457450"/>
            <a:ext cx="14001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183047"/>
                </a:solidFill>
              </a:defRPr>
            </a:defPPr>
            <a:lvl1pPr algn="l">
              <a:defRPr sz="1125" b="1">
                <a:solidFill>
                  <a:srgbClr val="183047"/>
                </a:solidFill>
              </a:defRPr>
            </a:lvl1pPr>
            <a:lvl2pPr algn="l">
              <a:defRPr sz="1125" b="1">
                <a:solidFill>
                  <a:srgbClr val="183047"/>
                </a:solidFill>
              </a:defRPr>
            </a:lvl2pPr>
            <a:lvl3pPr algn="l">
              <a:defRPr sz="1125" b="1">
                <a:solidFill>
                  <a:srgbClr val="183047"/>
                </a:solidFill>
              </a:defRPr>
            </a:lvl3pPr>
            <a:lvl4pPr algn="l">
              <a:defRPr sz="1125" b="1">
                <a:solidFill>
                  <a:srgbClr val="183047"/>
                </a:solidFill>
              </a:defRPr>
            </a:lvl4pPr>
            <a:lvl5pPr algn="l">
              <a:defRPr sz="1125" b="1">
                <a:solidFill>
                  <a:srgbClr val="183047"/>
                </a:solidFill>
              </a:defRPr>
            </a:lvl5pPr>
            <a:lvl6pPr algn="l">
              <a:defRPr sz="1125" b="1">
                <a:solidFill>
                  <a:srgbClr val="183047"/>
                </a:solidFill>
              </a:defRPr>
            </a:lvl6pPr>
            <a:lvl7pPr algn="l">
              <a:defRPr sz="1125" b="1">
                <a:solidFill>
                  <a:srgbClr val="183047"/>
                </a:solidFill>
              </a:defRPr>
            </a:lvl7pPr>
            <a:lvl8pPr algn="l">
              <a:defRPr sz="1125" b="1">
                <a:solidFill>
                  <a:srgbClr val="183047"/>
                </a:solidFill>
              </a:defRPr>
            </a:lvl8pPr>
            <a:lvl9pPr algn="l">
              <a:defRPr sz="1125" b="1">
                <a:solidFill>
                  <a:srgbClr val="183047"/>
                </a:solidFill>
              </a:defRPr>
            </a:lvl9pPr>
          </a:lstStyle>
          <a:p xmlns:a="http://schemas.openxmlformats.org/drawingml/2006/main">
            <a:pPr algn="l">
              <a:defRPr sz="1125" b="1">
                <a:solidFill>
                  <a:srgbClr val="183047"/>
                </a:solidFill>
              </a:defRPr>
            </a:pPr>
            <a:r>
              <a:rPr sz="1125" b="1">
                <a:solidFill>
                  <a:srgbClr val="183047"/>
                </a:solidFill>
              </a:rPr>
              <a:t>Naive Bayes</a:t>
            </a:r>
          </a:p>
        </p:txBody>
      </p:sp>
      <p:sp>
        <p:nvSpPr>
          <p:cNvPr id="10" name="">
            <a:extLst xmlns:a="http://schemas.openxmlformats.org/drawingml/2006/main">
              <a:ext uri="{FF2B5EF4-FFF2-40B4-BE49-F238E27FC236}">
                <a16:creationId xmlns:a16="http://schemas.microsoft.com/office/drawing/2014/main" id="{761A6681-63EB-4203-92D2-4FB428F5A0AB}"/>
              </a:ext>
            </a:extLst>
          </p:cNvPr>
          <p:cNvSpPr>
            <a:spLocks xmlns:a="http://schemas.openxmlformats.org/drawingml/2006/main" noGrp="1"/>
          </p:cNvSpPr>
          <p:nvPr/>
        </p:nvSpPr>
        <p:spPr>
          <a:xfrm xmlns:a="http://schemas.openxmlformats.org/drawingml/2006/main">
            <a:off x="8324850" y="2752725"/>
            <a:ext cx="2838450" cy="180975"/>
          </a:xfrm>
          <a:prstGeom xmlns:a="http://schemas.openxmlformats.org/drawingml/2006/main" prst="rect">
            <a:avLst/>
          </a:prstGeom>
          <a:solidFill xmlns:a="http://schemas.openxmlformats.org/drawingml/2006/main">
            <a:srgbClr val="E7ED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1B2B06C-09BB-48F7-B60F-9DA6FC9F5531}"/>
              </a:ext>
            </a:extLst>
          </p:cNvPr>
          <p:cNvSpPr>
            <a:spLocks xmlns:a="http://schemas.openxmlformats.org/drawingml/2006/main" noGrp="1"/>
          </p:cNvSpPr>
          <p:nvPr/>
        </p:nvSpPr>
        <p:spPr>
          <a:xfrm xmlns:a="http://schemas.openxmlformats.org/drawingml/2006/main">
            <a:off x="8324850" y="2752725"/>
            <a:ext cx="2762250" cy="180975"/>
          </a:xfrm>
          <a:prstGeom xmlns:a="http://schemas.openxmlformats.org/drawingml/2006/main" prst="rect">
            <a:avLst/>
          </a:prstGeom>
          <a:solidFill xmlns:a="http://schemas.openxmlformats.org/drawingml/2006/main">
            <a:srgbClr val="1C9A9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B2555BB-588D-42E3-8341-E52A0B3217EA}"/>
              </a:ext>
            </a:extLst>
          </p:cNvPr>
          <p:cNvSpPr>
            <a:spLocks xmlns:a="http://schemas.openxmlformats.org/drawingml/2006/main" noGrp="1"/>
          </p:cNvSpPr>
          <p:nvPr/>
        </p:nvSpPr>
        <p:spPr>
          <a:xfrm xmlns:a="http://schemas.openxmlformats.org/drawingml/2006/main">
            <a:off x="10572750" y="29908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1C9A91"/>
                </a:solidFill>
              </a:defRPr>
            </a:defPPr>
            <a:lvl1pPr algn="r">
              <a:defRPr sz="1125" b="1">
                <a:solidFill>
                  <a:srgbClr val="1C9A91"/>
                </a:solidFill>
              </a:defRPr>
            </a:lvl1pPr>
            <a:lvl2pPr algn="r">
              <a:defRPr sz="1125" b="1">
                <a:solidFill>
                  <a:srgbClr val="1C9A91"/>
                </a:solidFill>
              </a:defRPr>
            </a:lvl2pPr>
            <a:lvl3pPr algn="r">
              <a:defRPr sz="1125" b="1">
                <a:solidFill>
                  <a:srgbClr val="1C9A91"/>
                </a:solidFill>
              </a:defRPr>
            </a:lvl3pPr>
            <a:lvl4pPr algn="r">
              <a:defRPr sz="1125" b="1">
                <a:solidFill>
                  <a:srgbClr val="1C9A91"/>
                </a:solidFill>
              </a:defRPr>
            </a:lvl4pPr>
            <a:lvl5pPr algn="r">
              <a:defRPr sz="1125" b="1">
                <a:solidFill>
                  <a:srgbClr val="1C9A91"/>
                </a:solidFill>
              </a:defRPr>
            </a:lvl5pPr>
            <a:lvl6pPr algn="r">
              <a:defRPr sz="1125" b="1">
                <a:solidFill>
                  <a:srgbClr val="1C9A91"/>
                </a:solidFill>
              </a:defRPr>
            </a:lvl6pPr>
            <a:lvl7pPr algn="r">
              <a:defRPr sz="1125" b="1">
                <a:solidFill>
                  <a:srgbClr val="1C9A91"/>
                </a:solidFill>
              </a:defRPr>
            </a:lvl7pPr>
            <a:lvl8pPr algn="r">
              <a:defRPr sz="1125" b="1">
                <a:solidFill>
                  <a:srgbClr val="1C9A91"/>
                </a:solidFill>
              </a:defRPr>
            </a:lvl8pPr>
            <a:lvl9pPr algn="r">
              <a:defRPr sz="1125" b="1">
                <a:solidFill>
                  <a:srgbClr val="1C9A91"/>
                </a:solidFill>
              </a:defRPr>
            </a:lvl9pPr>
          </a:lstStyle>
          <a:p xmlns:a="http://schemas.openxmlformats.org/drawingml/2006/main">
            <a:pPr algn="r">
              <a:defRPr sz="1125" b="1">
                <a:solidFill>
                  <a:srgbClr val="1C9A91"/>
                </a:solidFill>
              </a:defRPr>
            </a:pPr>
            <a:r>
              <a:rPr sz="1125" b="1">
                <a:solidFill>
                  <a:srgbClr val="1C9A91"/>
                </a:solidFill>
              </a:rPr>
              <a:t>97.3%</a:t>
            </a:r>
          </a:p>
        </p:txBody>
      </p:sp>
      <p:sp>
        <p:nvSpPr>
          <p:cNvPr id="13" name="">
            <a:extLst xmlns:a="http://schemas.openxmlformats.org/drawingml/2006/main">
              <a:ext uri="{FF2B5EF4-FFF2-40B4-BE49-F238E27FC236}">
                <a16:creationId xmlns:a16="http://schemas.microsoft.com/office/drawing/2014/main" id="{676C2AE9-31D2-4F87-A791-02DFBF3B20C3}"/>
              </a:ext>
            </a:extLst>
          </p:cNvPr>
          <p:cNvSpPr>
            <a:spLocks xmlns:a="http://schemas.openxmlformats.org/drawingml/2006/main" noGrp="1"/>
          </p:cNvSpPr>
          <p:nvPr/>
        </p:nvSpPr>
        <p:spPr>
          <a:xfrm xmlns:a="http://schemas.openxmlformats.org/drawingml/2006/main">
            <a:off x="8324850" y="3495675"/>
            <a:ext cx="190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183047"/>
                </a:solidFill>
              </a:defRPr>
            </a:defPPr>
            <a:lvl1pPr algn="l">
              <a:defRPr sz="1125" b="1">
                <a:solidFill>
                  <a:srgbClr val="183047"/>
                </a:solidFill>
              </a:defRPr>
            </a:lvl1pPr>
            <a:lvl2pPr algn="l">
              <a:defRPr sz="1125" b="1">
                <a:solidFill>
                  <a:srgbClr val="183047"/>
                </a:solidFill>
              </a:defRPr>
            </a:lvl2pPr>
            <a:lvl3pPr algn="l">
              <a:defRPr sz="1125" b="1">
                <a:solidFill>
                  <a:srgbClr val="183047"/>
                </a:solidFill>
              </a:defRPr>
            </a:lvl3pPr>
            <a:lvl4pPr algn="l">
              <a:defRPr sz="1125" b="1">
                <a:solidFill>
                  <a:srgbClr val="183047"/>
                </a:solidFill>
              </a:defRPr>
            </a:lvl4pPr>
            <a:lvl5pPr algn="l">
              <a:defRPr sz="1125" b="1">
                <a:solidFill>
                  <a:srgbClr val="183047"/>
                </a:solidFill>
              </a:defRPr>
            </a:lvl5pPr>
            <a:lvl6pPr algn="l">
              <a:defRPr sz="1125" b="1">
                <a:solidFill>
                  <a:srgbClr val="183047"/>
                </a:solidFill>
              </a:defRPr>
            </a:lvl6pPr>
            <a:lvl7pPr algn="l">
              <a:defRPr sz="1125" b="1">
                <a:solidFill>
                  <a:srgbClr val="183047"/>
                </a:solidFill>
              </a:defRPr>
            </a:lvl7pPr>
            <a:lvl8pPr algn="l">
              <a:defRPr sz="1125" b="1">
                <a:solidFill>
                  <a:srgbClr val="183047"/>
                </a:solidFill>
              </a:defRPr>
            </a:lvl8pPr>
            <a:lvl9pPr algn="l">
              <a:defRPr sz="1125" b="1">
                <a:solidFill>
                  <a:srgbClr val="183047"/>
                </a:solidFill>
              </a:defRPr>
            </a:lvl9pPr>
          </a:lstStyle>
          <a:p xmlns:a="http://schemas.openxmlformats.org/drawingml/2006/main">
            <a:pPr algn="l">
              <a:defRPr sz="1125" b="1">
                <a:solidFill>
                  <a:srgbClr val="183047"/>
                </a:solidFill>
              </a:defRPr>
            </a:pPr>
            <a:r>
              <a:rPr sz="1125" b="1">
                <a:solidFill>
                  <a:srgbClr val="183047"/>
                </a:solidFill>
              </a:rPr>
              <a:t>Logistic Regression</a:t>
            </a:r>
          </a:p>
        </p:txBody>
      </p:sp>
      <p:sp>
        <p:nvSpPr>
          <p:cNvPr id="14" name="">
            <a:extLst xmlns:a="http://schemas.openxmlformats.org/drawingml/2006/main">
              <a:ext uri="{FF2B5EF4-FFF2-40B4-BE49-F238E27FC236}">
                <a16:creationId xmlns:a16="http://schemas.microsoft.com/office/drawing/2014/main" id="{BBCA4D27-F018-439B-B547-60AFF1716144}"/>
              </a:ext>
            </a:extLst>
          </p:cNvPr>
          <p:cNvSpPr>
            <a:spLocks xmlns:a="http://schemas.openxmlformats.org/drawingml/2006/main" noGrp="1"/>
          </p:cNvSpPr>
          <p:nvPr/>
        </p:nvSpPr>
        <p:spPr>
          <a:xfrm xmlns:a="http://schemas.openxmlformats.org/drawingml/2006/main">
            <a:off x="8324850" y="3790950"/>
            <a:ext cx="2838450" cy="180975"/>
          </a:xfrm>
          <a:prstGeom xmlns:a="http://schemas.openxmlformats.org/drawingml/2006/main" prst="rect">
            <a:avLst/>
          </a:prstGeom>
          <a:solidFill xmlns:a="http://schemas.openxmlformats.org/drawingml/2006/main">
            <a:srgbClr val="E7ED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6B450CD-FF37-4746-9944-EF01BBC54FF6}"/>
              </a:ext>
            </a:extLst>
          </p:cNvPr>
          <p:cNvSpPr>
            <a:spLocks xmlns:a="http://schemas.openxmlformats.org/drawingml/2006/main" noGrp="1"/>
          </p:cNvSpPr>
          <p:nvPr/>
        </p:nvSpPr>
        <p:spPr>
          <a:xfrm xmlns:a="http://schemas.openxmlformats.org/drawingml/2006/main">
            <a:off x="8324850" y="3790950"/>
            <a:ext cx="2771775" cy="18097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344B2F5-DAF2-47D9-BAD0-D7105E87F634}"/>
              </a:ext>
            </a:extLst>
          </p:cNvPr>
          <p:cNvSpPr>
            <a:spLocks xmlns:a="http://schemas.openxmlformats.org/drawingml/2006/main" noGrp="1"/>
          </p:cNvSpPr>
          <p:nvPr/>
        </p:nvSpPr>
        <p:spPr>
          <a:xfrm xmlns:a="http://schemas.openxmlformats.org/drawingml/2006/main">
            <a:off x="10572750" y="4029075"/>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93630E"/>
                </a:solidFill>
              </a:defRPr>
            </a:defPPr>
            <a:lvl1pPr algn="r">
              <a:defRPr sz="1125" b="1">
                <a:solidFill>
                  <a:srgbClr val="93630E"/>
                </a:solidFill>
              </a:defRPr>
            </a:lvl1pPr>
            <a:lvl2pPr algn="r">
              <a:defRPr sz="1125" b="1">
                <a:solidFill>
                  <a:srgbClr val="93630E"/>
                </a:solidFill>
              </a:defRPr>
            </a:lvl2pPr>
            <a:lvl3pPr algn="r">
              <a:defRPr sz="1125" b="1">
                <a:solidFill>
                  <a:srgbClr val="93630E"/>
                </a:solidFill>
              </a:defRPr>
            </a:lvl3pPr>
            <a:lvl4pPr algn="r">
              <a:defRPr sz="1125" b="1">
                <a:solidFill>
                  <a:srgbClr val="93630E"/>
                </a:solidFill>
              </a:defRPr>
            </a:lvl4pPr>
            <a:lvl5pPr algn="r">
              <a:defRPr sz="1125" b="1">
                <a:solidFill>
                  <a:srgbClr val="93630E"/>
                </a:solidFill>
              </a:defRPr>
            </a:lvl5pPr>
            <a:lvl6pPr algn="r">
              <a:defRPr sz="1125" b="1">
                <a:solidFill>
                  <a:srgbClr val="93630E"/>
                </a:solidFill>
              </a:defRPr>
            </a:lvl6pPr>
            <a:lvl7pPr algn="r">
              <a:defRPr sz="1125" b="1">
                <a:solidFill>
                  <a:srgbClr val="93630E"/>
                </a:solidFill>
              </a:defRPr>
            </a:lvl7pPr>
            <a:lvl8pPr algn="r">
              <a:defRPr sz="1125" b="1">
                <a:solidFill>
                  <a:srgbClr val="93630E"/>
                </a:solidFill>
              </a:defRPr>
            </a:lvl8pPr>
            <a:lvl9pPr algn="r">
              <a:defRPr sz="1125" b="1">
                <a:solidFill>
                  <a:srgbClr val="93630E"/>
                </a:solidFill>
              </a:defRPr>
            </a:lvl9pPr>
          </a:lstStyle>
          <a:p xmlns:a="http://schemas.openxmlformats.org/drawingml/2006/main">
            <a:pPr algn="r">
              <a:defRPr sz="1125" b="1">
                <a:solidFill>
                  <a:srgbClr val="93630E"/>
                </a:solidFill>
              </a:defRPr>
            </a:pPr>
            <a:r>
              <a:rPr sz="1125" b="1">
                <a:solidFill>
                  <a:srgbClr val="93630E"/>
                </a:solidFill>
              </a:rPr>
              <a:t>97.4%</a:t>
            </a:r>
          </a:p>
        </p:txBody>
      </p:sp>
      <p:sp>
        <p:nvSpPr>
          <p:cNvPr id="17" name="">
            <a:extLst xmlns:a="http://schemas.openxmlformats.org/drawingml/2006/main">
              <a:ext uri="{FF2B5EF4-FFF2-40B4-BE49-F238E27FC236}">
                <a16:creationId xmlns:a16="http://schemas.microsoft.com/office/drawing/2014/main" id="{0162BCA0-FFAE-4D83-B136-5C02F9C2674F}"/>
              </a:ext>
            </a:extLst>
          </p:cNvPr>
          <p:cNvSpPr>
            <a:spLocks xmlns:a="http://schemas.openxmlformats.org/drawingml/2006/main" noGrp="1"/>
          </p:cNvSpPr>
          <p:nvPr/>
        </p:nvSpPr>
        <p:spPr>
          <a:xfrm xmlns:a="http://schemas.openxmlformats.org/drawingml/2006/main">
            <a:off x="8324850" y="4800600"/>
            <a:ext cx="30289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3E9"/>
            </a:solidFill>
            <a:prstDash val="solid"/>
          </a:ln>
        </p:spPr>
      </p:sp>
      <p:sp>
        <p:nvSpPr>
          <p:cNvPr id="18" name="">
            <a:extLst xmlns:a="http://schemas.openxmlformats.org/drawingml/2006/main">
              <a:ext uri="{FF2B5EF4-FFF2-40B4-BE49-F238E27FC236}">
                <a16:creationId xmlns:a16="http://schemas.microsoft.com/office/drawing/2014/main" id="{28422E4B-4AB9-49B8-B7F4-058633728284}"/>
              </a:ext>
            </a:extLst>
          </p:cNvPr>
          <p:cNvSpPr>
            <a:spLocks xmlns:a="http://schemas.openxmlformats.org/drawingml/2006/main" noGrp="1"/>
          </p:cNvSpPr>
          <p:nvPr/>
        </p:nvSpPr>
        <p:spPr>
          <a:xfrm xmlns:a="http://schemas.openxmlformats.org/drawingml/2006/main">
            <a:off x="8543925" y="4943475"/>
            <a:ext cx="2628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1">
                <a:solidFill>
                  <a:srgbClr val="10243A"/>
                </a:solidFill>
              </a:defRPr>
            </a:defPPr>
            <a:lvl1pPr algn="ctr">
              <a:defRPr sz="1200" b="1">
                <a:solidFill>
                  <a:srgbClr val="10243A"/>
                </a:solidFill>
              </a:defRPr>
            </a:lvl1pPr>
            <a:lvl2pPr algn="ctr">
              <a:defRPr sz="1200" b="1">
                <a:solidFill>
                  <a:srgbClr val="10243A"/>
                </a:solidFill>
              </a:defRPr>
            </a:lvl2pPr>
            <a:lvl3pPr algn="ctr">
              <a:defRPr sz="1200" b="1">
                <a:solidFill>
                  <a:srgbClr val="10243A"/>
                </a:solidFill>
              </a:defRPr>
            </a:lvl3pPr>
            <a:lvl4pPr algn="ctr">
              <a:defRPr sz="1200" b="1">
                <a:solidFill>
                  <a:srgbClr val="10243A"/>
                </a:solidFill>
              </a:defRPr>
            </a:lvl4pPr>
            <a:lvl5pPr algn="ctr">
              <a:defRPr sz="1200" b="1">
                <a:solidFill>
                  <a:srgbClr val="10243A"/>
                </a:solidFill>
              </a:defRPr>
            </a:lvl5pPr>
            <a:lvl6pPr algn="ctr">
              <a:defRPr sz="1200" b="1">
                <a:solidFill>
                  <a:srgbClr val="10243A"/>
                </a:solidFill>
              </a:defRPr>
            </a:lvl6pPr>
            <a:lvl7pPr algn="ctr">
              <a:defRPr sz="1200" b="1">
                <a:solidFill>
                  <a:srgbClr val="10243A"/>
                </a:solidFill>
              </a:defRPr>
            </a:lvl7pPr>
            <a:lvl8pPr algn="ctr">
              <a:defRPr sz="1200" b="1">
                <a:solidFill>
                  <a:srgbClr val="10243A"/>
                </a:solidFill>
              </a:defRPr>
            </a:lvl8pPr>
            <a:lvl9pPr algn="ctr">
              <a:defRPr sz="1200" b="1">
                <a:solidFill>
                  <a:srgbClr val="10243A"/>
                </a:solidFill>
              </a:defRPr>
            </a:lvl9pPr>
          </a:lstStyle>
          <a:p xmlns:a="http://schemas.openxmlformats.org/drawingml/2006/main">
            <a:pPr algn="ctr">
              <a:defRPr sz="1200" b="1">
                <a:solidFill>
                  <a:srgbClr val="10243A"/>
                </a:solidFill>
              </a:defRPr>
            </a:pPr>
            <a:r>
              <a:rPr sz="1200" b="1">
                <a:solidFill>
                  <a:srgbClr val="10243A"/>
                </a:solidFill>
              </a:rPr>
              <a:t>Similar accuracy; inspect spam misses too.</a:t>
            </a:r>
          </a:p>
        </p:txBody>
      </p:sp>
      <p:sp>
        <p:nvSpPr>
          <p:cNvPr id="19" name="">
            <a:extLst xmlns:a="http://schemas.openxmlformats.org/drawingml/2006/main">
              <a:ext uri="{FF2B5EF4-FFF2-40B4-BE49-F238E27FC236}">
                <a16:creationId xmlns:a16="http://schemas.microsoft.com/office/drawing/2014/main" id="{7B305C24-CCD3-40EC-ACED-FD712B27DA9E}"/>
              </a:ext>
            </a:extLst>
          </p:cNvPr>
          <p:cNvSpPr>
            <a:spLocks xmlns:a="http://schemas.openxmlformats.org/drawingml/2006/main" noGrp="1"/>
          </p:cNvSpPr>
          <p:nvPr/>
        </p:nvSpPr>
        <p:spPr>
          <a:xfrm xmlns:a="http://schemas.openxmlformats.org/drawingml/2006/main">
            <a:off x="666750" y="4981575"/>
            <a:ext cx="714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0">
                <a:solidFill>
                  <a:srgbClr val="587087"/>
                </a:solidFill>
              </a:defRPr>
            </a:defPPr>
            <a:lvl1pPr algn="l">
              <a:defRPr sz="1050" b="0">
                <a:solidFill>
                  <a:srgbClr val="587087"/>
                </a:solidFill>
              </a:defRPr>
            </a:lvl1pPr>
            <a:lvl2pPr algn="l">
              <a:defRPr sz="1050" b="0">
                <a:solidFill>
                  <a:srgbClr val="587087"/>
                </a:solidFill>
              </a:defRPr>
            </a:lvl2pPr>
            <a:lvl3pPr algn="l">
              <a:defRPr sz="1050" b="0">
                <a:solidFill>
                  <a:srgbClr val="587087"/>
                </a:solidFill>
              </a:defRPr>
            </a:lvl3pPr>
            <a:lvl4pPr algn="l">
              <a:defRPr sz="1050" b="0">
                <a:solidFill>
                  <a:srgbClr val="587087"/>
                </a:solidFill>
              </a:defRPr>
            </a:lvl4pPr>
            <a:lvl5pPr algn="l">
              <a:defRPr sz="1050" b="0">
                <a:solidFill>
                  <a:srgbClr val="587087"/>
                </a:solidFill>
              </a:defRPr>
            </a:lvl5pPr>
            <a:lvl6pPr algn="l">
              <a:defRPr sz="1050" b="0">
                <a:solidFill>
                  <a:srgbClr val="587087"/>
                </a:solidFill>
              </a:defRPr>
            </a:lvl6pPr>
            <a:lvl7pPr algn="l">
              <a:defRPr sz="1050" b="0">
                <a:solidFill>
                  <a:srgbClr val="587087"/>
                </a:solidFill>
              </a:defRPr>
            </a:lvl7pPr>
            <a:lvl8pPr algn="l">
              <a:defRPr sz="1050" b="0">
                <a:solidFill>
                  <a:srgbClr val="587087"/>
                </a:solidFill>
              </a:defRPr>
            </a:lvl8pPr>
            <a:lvl9pPr algn="l">
              <a:defRPr sz="1050" b="0">
                <a:solidFill>
                  <a:srgbClr val="587087"/>
                </a:solidFill>
              </a:defRPr>
            </a:lvl9pPr>
          </a:lstStyle>
          <a:p xmlns:a="http://schemas.openxmlformats.org/drawingml/2006/main">
            <a:pPr algn="l">
              <a:defRPr sz="1050" b="0">
                <a:solidFill>
                  <a:srgbClr val="587087"/>
                </a:solidFill>
              </a:defRPr>
            </a:pPr>
            <a:r>
              <a:rPr sz="1050" b="0">
                <a:solidFill>
                  <a:srgbClr val="587087"/>
                </a:solidFill>
              </a:rPr>
              <a:t>* Reference run on a closely related 5,574-message copy; your Kaggle run may differ slightly.</a:t>
            </a:r>
          </a:p>
        </p:txBody>
      </p:sp>
    </p:spTree>
    <p:extLst>
      <p:ext uri="{BB962C8B-B14F-4D97-AF65-F5344CB8AC3E}">
        <p14:creationId xmlns:p14="http://schemas.microsoft.com/office/powerpoint/2010/main" val="1737030337"/>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75208ED-9CC1-4654-A96D-7F5A907E248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C9A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E63179-0DDA-49EE-ABAF-B8FF0585A8DA}"/>
              </a:ext>
            </a:extLst>
          </p:cNvPr>
          <p:cNvSpPr>
            <a:spLocks xmlns:a="http://schemas.openxmlformats.org/drawingml/2006/main" noGrp="1"/>
          </p:cNvSpPr>
          <p:nvPr/>
        </p:nvSpPr>
        <p:spPr>
          <a:xfrm xmlns:a="http://schemas.openxmlformats.org/drawingml/2006/main">
            <a:off x="628650" y="3619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0243A"/>
                </a:solidFill>
              </a:defRPr>
            </a:defPPr>
            <a:lvl1pPr algn="l">
              <a:defRPr sz="2550" b="1">
                <a:solidFill>
                  <a:srgbClr val="10243A"/>
                </a:solidFill>
              </a:defRPr>
            </a:lvl1pPr>
            <a:lvl2pPr algn="l">
              <a:defRPr sz="2550" b="1">
                <a:solidFill>
                  <a:srgbClr val="10243A"/>
                </a:solidFill>
              </a:defRPr>
            </a:lvl2pPr>
            <a:lvl3pPr algn="l">
              <a:defRPr sz="2550" b="1">
                <a:solidFill>
                  <a:srgbClr val="10243A"/>
                </a:solidFill>
              </a:defRPr>
            </a:lvl3pPr>
            <a:lvl4pPr algn="l">
              <a:defRPr sz="2550" b="1">
                <a:solidFill>
                  <a:srgbClr val="10243A"/>
                </a:solidFill>
              </a:defRPr>
            </a:lvl4pPr>
            <a:lvl5pPr algn="l">
              <a:defRPr sz="2550" b="1">
                <a:solidFill>
                  <a:srgbClr val="10243A"/>
                </a:solidFill>
              </a:defRPr>
            </a:lvl5pPr>
            <a:lvl6pPr algn="l">
              <a:defRPr sz="2550" b="1">
                <a:solidFill>
                  <a:srgbClr val="10243A"/>
                </a:solidFill>
              </a:defRPr>
            </a:lvl6pPr>
            <a:lvl7pPr algn="l">
              <a:defRPr sz="2550" b="1">
                <a:solidFill>
                  <a:srgbClr val="10243A"/>
                </a:solidFill>
              </a:defRPr>
            </a:lvl7pPr>
            <a:lvl8pPr algn="l">
              <a:defRPr sz="2550" b="1">
                <a:solidFill>
                  <a:srgbClr val="10243A"/>
                </a:solidFill>
              </a:defRPr>
            </a:lvl8pPr>
            <a:lvl9pPr algn="l">
              <a:defRPr sz="2550" b="1">
                <a:solidFill>
                  <a:srgbClr val="10243A"/>
                </a:solidFill>
              </a:defRPr>
            </a:lvl9pPr>
          </a:lstStyle>
          <a:p xmlns:a="http://schemas.openxmlformats.org/drawingml/2006/main">
            <a:pPr algn="l">
              <a:defRPr sz="2550" b="1">
                <a:solidFill>
                  <a:srgbClr val="10243A"/>
                </a:solidFill>
              </a:defRPr>
            </a:pPr>
            <a:r>
              <a:rPr sz="2550" b="1">
                <a:solidFill>
                  <a:srgbClr val="10243A"/>
                </a:solidFill>
              </a:rPr>
              <a:t>Evaluation: correct catches and costly mistakes</a:t>
            </a:r>
          </a:p>
        </p:txBody>
      </p:sp>
      <p:sp>
        <p:nvSpPr>
          <p:cNvPr id="3" name="">
            <a:extLst xmlns:a="http://schemas.openxmlformats.org/drawingml/2006/main">
              <a:ext uri="{FF2B5EF4-FFF2-40B4-BE49-F238E27FC236}">
                <a16:creationId xmlns:a16="http://schemas.microsoft.com/office/drawing/2014/main" id="{75F8A6A5-7839-4066-9E74-C26B96DE8CCC}"/>
              </a:ext>
            </a:extLst>
          </p:cNvPr>
          <p:cNvSpPr>
            <a:spLocks xmlns:a="http://schemas.openxmlformats.org/drawingml/2006/main" noGrp="1"/>
          </p:cNvSpPr>
          <p:nvPr/>
        </p:nvSpPr>
        <p:spPr>
          <a:xfrm xmlns:a="http://schemas.openxmlformats.org/drawingml/2006/main">
            <a:off x="628650" y="981075"/>
            <a:ext cx="10934700" cy="0"/>
          </a:xfrm>
          <a:prstGeom xmlns:a="http://schemas.openxmlformats.org/drawingml/2006/main" prst="line">
            <a:avLst/>
          </a:prstGeom>
          <a:noFill xmlns:a="http://schemas.openxmlformats.org/drawingml/2006/main"/>
          <a:ln xmlns:a="http://schemas.openxmlformats.org/drawingml/2006/main" w="12383">
            <a:solidFill>
              <a:srgbClr val="D9E3E9"/>
            </a:solidFill>
            <a:prstDash val="solid"/>
          </a:ln>
        </p:spPr>
      </p:sp>
      <p:sp>
        <p:nvSpPr>
          <p:cNvPr id="4" name="">
            <a:extLst xmlns:a="http://schemas.openxmlformats.org/drawingml/2006/main">
              <a:ext uri="{FF2B5EF4-FFF2-40B4-BE49-F238E27FC236}">
                <a16:creationId xmlns:a16="http://schemas.microsoft.com/office/drawing/2014/main" id="{7267B453-6086-4403-9810-9FDC4CE45E8E}"/>
              </a:ext>
            </a:extLst>
          </p:cNvPr>
          <p:cNvSpPr>
            <a:spLocks xmlns:a="http://schemas.openxmlformats.org/drawingml/2006/main" noGrp="1"/>
          </p:cNvSpPr>
          <p:nvPr/>
        </p:nvSpPr>
        <p:spPr>
          <a:xfrm xmlns:a="http://schemas.openxmlformats.org/drawingml/2006/main">
            <a:off x="628650" y="6448425"/>
            <a:ext cx="923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00" b="1">
                <a:solidFill>
                  <a:srgbClr val="587087"/>
                </a:solidFill>
              </a:defRPr>
            </a:defPPr>
            <a:lvl1pPr algn="l">
              <a:defRPr sz="900" b="1">
                <a:solidFill>
                  <a:srgbClr val="587087"/>
                </a:solidFill>
              </a:defRPr>
            </a:lvl1pPr>
            <a:lvl2pPr algn="l">
              <a:defRPr sz="900" b="1">
                <a:solidFill>
                  <a:srgbClr val="587087"/>
                </a:solidFill>
              </a:defRPr>
            </a:lvl2pPr>
            <a:lvl3pPr algn="l">
              <a:defRPr sz="900" b="1">
                <a:solidFill>
                  <a:srgbClr val="587087"/>
                </a:solidFill>
              </a:defRPr>
            </a:lvl3pPr>
            <a:lvl4pPr algn="l">
              <a:defRPr sz="900" b="1">
                <a:solidFill>
                  <a:srgbClr val="587087"/>
                </a:solidFill>
              </a:defRPr>
            </a:lvl4pPr>
            <a:lvl5pPr algn="l">
              <a:defRPr sz="900" b="1">
                <a:solidFill>
                  <a:srgbClr val="587087"/>
                </a:solidFill>
              </a:defRPr>
            </a:lvl5pPr>
            <a:lvl6pPr algn="l">
              <a:defRPr sz="900" b="1">
                <a:solidFill>
                  <a:srgbClr val="587087"/>
                </a:solidFill>
              </a:defRPr>
            </a:lvl6pPr>
            <a:lvl7pPr algn="l">
              <a:defRPr sz="900" b="1">
                <a:solidFill>
                  <a:srgbClr val="587087"/>
                </a:solidFill>
              </a:defRPr>
            </a:lvl7pPr>
            <a:lvl8pPr algn="l">
              <a:defRPr sz="900" b="1">
                <a:solidFill>
                  <a:srgbClr val="587087"/>
                </a:solidFill>
              </a:defRPr>
            </a:lvl8pPr>
            <a:lvl9pPr algn="l">
              <a:defRPr sz="900" b="1">
                <a:solidFill>
                  <a:srgbClr val="587087"/>
                </a:solidFill>
              </a:defRPr>
            </a:lvl9pPr>
          </a:lstStyle>
          <a:p xmlns:a="http://schemas.openxmlformats.org/drawingml/2006/main">
            <a:pPr algn="l">
              <a:defRPr sz="900" b="1">
                <a:solidFill>
                  <a:srgbClr val="587087"/>
                </a:solidFill>
              </a:defRPr>
            </a:pPr>
            <a:r>
              <a:rPr sz="900" b="1">
                <a:solidFill>
                  <a:srgbClr val="587087"/>
                </a:solidFill>
              </a:rPr>
              <a:t>SHIKHAR AASAL  •  26BDA70036  •  BDS-111 (A)  •  AI APPLICATIONS</a:t>
            </a:r>
          </a:p>
        </p:txBody>
      </p:sp>
      <p:sp>
        <p:nvSpPr>
          <p:cNvPr id="5" name="">
            <a:extLst xmlns:a="http://schemas.openxmlformats.org/drawingml/2006/main">
              <a:ext uri="{FF2B5EF4-FFF2-40B4-BE49-F238E27FC236}">
                <a16:creationId xmlns:a16="http://schemas.microsoft.com/office/drawing/2014/main" id="{EE9440DA-9B0F-4884-AB70-B7A2B9D4A1EE}"/>
              </a:ext>
            </a:extLst>
          </p:cNvPr>
          <p:cNvSpPr>
            <a:spLocks xmlns:a="http://schemas.openxmlformats.org/drawingml/2006/main" noGrp="1"/>
          </p:cNvSpPr>
          <p:nvPr/>
        </p:nvSpPr>
        <p:spPr>
          <a:xfrm xmlns:a="http://schemas.openxmlformats.org/drawingml/2006/main">
            <a:off x="11144250" y="640080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1C9A91"/>
                </a:solidFill>
              </a:defRPr>
            </a:defPPr>
            <a:lvl1pPr algn="r">
              <a:defRPr sz="1125" b="1">
                <a:solidFill>
                  <a:srgbClr val="1C9A91"/>
                </a:solidFill>
              </a:defRPr>
            </a:lvl1pPr>
            <a:lvl2pPr algn="r">
              <a:defRPr sz="1125" b="1">
                <a:solidFill>
                  <a:srgbClr val="1C9A91"/>
                </a:solidFill>
              </a:defRPr>
            </a:lvl2pPr>
            <a:lvl3pPr algn="r">
              <a:defRPr sz="1125" b="1">
                <a:solidFill>
                  <a:srgbClr val="1C9A91"/>
                </a:solidFill>
              </a:defRPr>
            </a:lvl3pPr>
            <a:lvl4pPr algn="r">
              <a:defRPr sz="1125" b="1">
                <a:solidFill>
                  <a:srgbClr val="1C9A91"/>
                </a:solidFill>
              </a:defRPr>
            </a:lvl4pPr>
            <a:lvl5pPr algn="r">
              <a:defRPr sz="1125" b="1">
                <a:solidFill>
                  <a:srgbClr val="1C9A91"/>
                </a:solidFill>
              </a:defRPr>
            </a:lvl5pPr>
            <a:lvl6pPr algn="r">
              <a:defRPr sz="1125" b="1">
                <a:solidFill>
                  <a:srgbClr val="1C9A91"/>
                </a:solidFill>
              </a:defRPr>
            </a:lvl6pPr>
            <a:lvl7pPr algn="r">
              <a:defRPr sz="1125" b="1">
                <a:solidFill>
                  <a:srgbClr val="1C9A91"/>
                </a:solidFill>
              </a:defRPr>
            </a:lvl7pPr>
            <a:lvl8pPr algn="r">
              <a:defRPr sz="1125" b="1">
                <a:solidFill>
                  <a:srgbClr val="1C9A91"/>
                </a:solidFill>
              </a:defRPr>
            </a:lvl8pPr>
            <a:lvl9pPr algn="r">
              <a:defRPr sz="1125" b="1">
                <a:solidFill>
                  <a:srgbClr val="1C9A91"/>
                </a:solidFill>
              </a:defRPr>
            </a:lvl9pPr>
          </a:lstStyle>
          <a:p xmlns:a="http://schemas.openxmlformats.org/drawingml/2006/main">
            <a:pPr algn="r">
              <a:defRPr sz="1125" b="1">
                <a:solidFill>
                  <a:srgbClr val="1C9A91"/>
                </a:solidFill>
              </a:defRPr>
            </a:pPr>
            <a:r>
              <a:rPr sz="1125" b="1">
                <a:solidFill>
                  <a:srgbClr val="1C9A91"/>
                </a:solidFill>
              </a:rPr>
              <a:t>06</a:t>
            </a:r>
          </a:p>
        </p:txBody>
      </p:sp>
      <p:sp>
        <p:nvSpPr>
          <p:cNvPr id="6" name="">
            <a:extLst xmlns:a="http://schemas.openxmlformats.org/drawingml/2006/main">
              <a:ext uri="{FF2B5EF4-FFF2-40B4-BE49-F238E27FC236}">
                <a16:creationId xmlns:a16="http://schemas.microsoft.com/office/drawing/2014/main" id="{D839411F-B7A7-4A5D-94DB-5DDAD3FA40DD}"/>
              </a:ext>
            </a:extLst>
          </p:cNvPr>
          <p:cNvSpPr>
            <a:spLocks xmlns:a="http://schemas.openxmlformats.org/drawingml/2006/main" noGrp="1"/>
          </p:cNvSpPr>
          <p:nvPr/>
        </p:nvSpPr>
        <p:spPr>
          <a:xfrm xmlns:a="http://schemas.openxmlformats.org/drawingml/2006/main">
            <a:off x="666750" y="1190625"/>
            <a:ext cx="585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0243A"/>
                </a:solidFill>
              </a:defRPr>
            </a:defPPr>
            <a:lvl1pPr algn="l">
              <a:defRPr sz="1500" b="1">
                <a:solidFill>
                  <a:srgbClr val="10243A"/>
                </a:solidFill>
              </a:defRPr>
            </a:lvl1pPr>
            <a:lvl2pPr algn="l">
              <a:defRPr sz="1500" b="1">
                <a:solidFill>
                  <a:srgbClr val="10243A"/>
                </a:solidFill>
              </a:defRPr>
            </a:lvl2pPr>
            <a:lvl3pPr algn="l">
              <a:defRPr sz="1500" b="1">
                <a:solidFill>
                  <a:srgbClr val="10243A"/>
                </a:solidFill>
              </a:defRPr>
            </a:lvl3pPr>
            <a:lvl4pPr algn="l">
              <a:defRPr sz="1500" b="1">
                <a:solidFill>
                  <a:srgbClr val="10243A"/>
                </a:solidFill>
              </a:defRPr>
            </a:lvl4pPr>
            <a:lvl5pPr algn="l">
              <a:defRPr sz="1500" b="1">
                <a:solidFill>
                  <a:srgbClr val="10243A"/>
                </a:solidFill>
              </a:defRPr>
            </a:lvl5pPr>
            <a:lvl6pPr algn="l">
              <a:defRPr sz="1500" b="1">
                <a:solidFill>
                  <a:srgbClr val="10243A"/>
                </a:solidFill>
              </a:defRPr>
            </a:lvl6pPr>
            <a:lvl7pPr algn="l">
              <a:defRPr sz="1500" b="1">
                <a:solidFill>
                  <a:srgbClr val="10243A"/>
                </a:solidFill>
              </a:defRPr>
            </a:lvl7pPr>
            <a:lvl8pPr algn="l">
              <a:defRPr sz="1500" b="1">
                <a:solidFill>
                  <a:srgbClr val="10243A"/>
                </a:solidFill>
              </a:defRPr>
            </a:lvl8pPr>
            <a:lvl9pPr algn="l">
              <a:defRPr sz="1500" b="1">
                <a:solidFill>
                  <a:srgbClr val="10243A"/>
                </a:solidFill>
              </a:defRPr>
            </a:lvl9pPr>
          </a:lstStyle>
          <a:p xmlns:a="http://schemas.openxmlformats.org/drawingml/2006/main">
            <a:pPr algn="l">
              <a:defRPr sz="1500" b="1">
                <a:solidFill>
                  <a:srgbClr val="10243A"/>
                </a:solidFill>
              </a:defRPr>
            </a:pPr>
            <a:r>
              <a:rPr sz="1500" b="1">
                <a:solidFill>
                  <a:srgbClr val="10243A"/>
                </a:solidFill>
              </a:rPr>
              <a:t>Confusion matrix (example Naive Bayes run)</a:t>
            </a:r>
          </a:p>
        </p:txBody>
      </p:sp>
      <p:graphicFrame>
        <p:nvGraphicFramePr>
          <p:cNvPr id="7" name="">
            <a:extLst xmlns:a="http://schemas.openxmlformats.org/drawingml/2006/main">
              <a:ext uri="{FF2B5EF4-FFF2-40B4-BE49-F238E27FC236}">
                <a16:creationId xmlns:a16="http://schemas.microsoft.com/office/drawing/2014/main" id="{40F6F267-78C4-4BBF-9D04-CDAEFC465F8D}"/>
              </a:ext>
            </a:extLst>
          </p:cNvPr>
          <p:cNvGraphicFramePr/>
          <p:nvPr/>
        </p:nvGraphicFramePr>
        <p:xfrm>
          <a:off xmlns:a="http://schemas.openxmlformats.org/drawingml/2006/main" x="666750" y="1676400"/>
          <a:ext xmlns:a="http://schemas.openxmlformats.org/drawingml/2006/main" cx="5476875" cy="2619375"/>
        </p:xfrm>
        <a:graphic xmlns:a="http://schemas.openxmlformats.org/drawingml/2006/main">
          <a:graphicData uri="http://schemas.openxmlformats.org/drawingml/2006/table">
            <a:tbl>
              <a:tblPr/>
              <a:tblGrid>
                <a:gridCol w="1825625"/>
                <a:gridCol w="1825625"/>
                <a:gridCol w="1825625"/>
              </a:tblGrid>
              <a:tr h="873125">
                <a:tc>
                  <a:txBody>
                    <a:bodyPr/>
                    <a:lstStyle/>
                    <a:p>
                      <a:r>
                        <a:rPr sz="1125" b="1">
                          <a:solidFill>
                            <a:srgbClr val="FFFFFF"/>
                          </a:solidFill>
                        </a:rPr>
                        <a:t>Actual ↓ / Predicted →</a:t>
                      </a:r>
                    </a:p>
                  </a:txBody>
                  <a:tcPr marL="85725" marR="47625" marT="47625" marB="47625">
                    <a:lnL w="9525">
                      <a:solidFill>
                        <a:srgbClr val="D9E3E9"/>
                      </a:solidFill>
                      <a:prstDash val="solid"/>
                    </a:lnL>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c>
                  <a:txBody>
                    <a:bodyPr/>
                    <a:lstStyle/>
                    <a:p>
                      <a:r>
                        <a:rPr sz="1125" b="1">
                          <a:solidFill>
                            <a:srgbClr val="FFFFFF"/>
                          </a:solidFill>
                        </a:rPr>
                        <a:t>Ham</a:t>
                      </a:r>
                    </a:p>
                  </a:txBody>
                  <a:tcPr marL="85725" marR="47625" marT="47625" marB="47625">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c>
                  <a:txBody>
                    <a:bodyPr/>
                    <a:lstStyle/>
                    <a:p>
                      <a:r>
                        <a:rPr sz="1125" b="1">
                          <a:solidFill>
                            <a:srgbClr val="FFFFFF"/>
                          </a:solidFill>
                        </a:rPr>
                        <a:t>Spam</a:t>
                      </a:r>
                    </a:p>
                  </a:txBody>
                  <a:tcPr marL="85725" marR="47625" marT="47625" marB="47625">
                    <a:lnR w="9525">
                      <a:solidFill>
                        <a:srgbClr val="D9E3E9"/>
                      </a:solidFill>
                      <a:prstDash val="solid"/>
                    </a:lnR>
                    <a:lnT w="9525">
                      <a:solidFill>
                        <a:srgbClr val="D9E3E9"/>
                      </a:solidFill>
                      <a:prstDash val="solid"/>
                    </a:lnT>
                    <a:lnB w="9525">
                      <a:solidFill>
                        <a:srgbClr val="D9E3E9"/>
                      </a:solidFill>
                      <a:prstDash val="solid"/>
                    </a:lnB>
                    <a:solidFill>
                      <a:srgbClr val="10243A"/>
                    </a:solidFill>
                  </a:tcPr>
                </a:tc>
              </a:tr>
              <a:tr h="873125">
                <a:tc>
                  <a:txBody>
                    <a:bodyPr/>
                    <a:lstStyle/>
                    <a:p>
                      <a:r>
                        <a:t>Ham</a:t>
                      </a:r>
                    </a:p>
                  </a:txBody>
                  <a:tcPr marL="91440" marR="91440" marT="45720" marB="45720">
                    <a:lnL w="9525">
                      <a:solidFill>
                        <a:srgbClr val="D9E3E9"/>
                      </a:solidFill>
                      <a:prstDash val="solid"/>
                    </a:lnL>
                    <a:lnR w="9525">
                      <a:solidFill>
                        <a:srgbClr val="D9E3E9"/>
                      </a:solidFill>
                      <a:prstDash val="solid"/>
                    </a:lnR>
                    <a:lnB w="9525">
                      <a:solidFill>
                        <a:srgbClr val="D9E3E9"/>
                      </a:solidFill>
                      <a:prstDash val="solid"/>
                    </a:lnB>
                    <a:solidFill>
                      <a:srgbClr val="EAF3F0"/>
                    </a:solidFill>
                  </a:tcPr>
                </a:tc>
                <a:tc>
                  <a:txBody>
                    <a:bodyPr/>
                    <a:lstStyle/>
                    <a:p>
                      <a:r>
                        <a:rPr sz="1200" b="1">
                          <a:solidFill>
                            <a:srgbClr val="34866F"/>
                          </a:solidFill>
                        </a:rPr>
                        <a:t>966 correct</a:t>
                      </a:r>
                    </a:p>
                  </a:txBody>
                  <a:tcPr marL="76200" marR="47625" marT="38100" marB="38100">
                    <a:lnR w="9525">
                      <a:solidFill>
                        <a:srgbClr val="D9E3E9"/>
                      </a:solidFill>
                      <a:prstDash val="solid"/>
                    </a:lnR>
                    <a:lnB w="9525">
                      <a:solidFill>
                        <a:srgbClr val="D9E3E9"/>
                      </a:solidFill>
                      <a:prstDash val="solid"/>
                    </a:lnB>
                    <a:solidFill>
                      <a:srgbClr val="DDF4F0"/>
                    </a:solidFill>
                  </a:tcPr>
                </a:tc>
                <a:tc>
                  <a:txBody>
                    <a:bodyPr/>
                    <a:lstStyle/>
                    <a:p>
                      <a:r>
                        <a:t>0 false alarms</a:t>
                      </a:r>
                    </a:p>
                  </a:txBody>
                  <a:tcPr marL="91440" marR="91440" marT="45720" marB="45720">
                    <a:lnR w="9525">
                      <a:solidFill>
                        <a:srgbClr val="D9E3E9"/>
                      </a:solidFill>
                      <a:prstDash val="solid"/>
                    </a:lnR>
                    <a:lnB w="9525">
                      <a:solidFill>
                        <a:srgbClr val="D9E3E9"/>
                      </a:solidFill>
                      <a:prstDash val="solid"/>
                    </a:lnB>
                  </a:tcPr>
                </a:tc>
              </a:tr>
              <a:tr h="873125">
                <a:tc>
                  <a:txBody>
                    <a:bodyPr/>
                    <a:lstStyle/>
                    <a:p>
                      <a:r>
                        <a:t>Spam</a:t>
                      </a:r>
                    </a:p>
                  </a:txBody>
                  <a:tcPr marL="91440" marR="91440" marT="45720" marB="45720">
                    <a:lnL w="9525">
                      <a:solidFill>
                        <a:srgbClr val="D9E3E9"/>
                      </a:solidFill>
                      <a:prstDash val="solid"/>
                    </a:lnL>
                    <a:lnR w="9525">
                      <a:solidFill>
                        <a:srgbClr val="D9E3E9"/>
                      </a:solidFill>
                      <a:prstDash val="solid"/>
                    </a:lnR>
                    <a:lnB w="9525">
                      <a:solidFill>
                        <a:srgbClr val="D9E3E9"/>
                      </a:solidFill>
                      <a:prstDash val="solid"/>
                    </a:lnB>
                    <a:solidFill>
                      <a:srgbClr val="FFF2D4"/>
                    </a:solidFill>
                  </a:tcPr>
                </a:tc>
                <a:tc>
                  <a:txBody>
                    <a:bodyPr/>
                    <a:lstStyle/>
                    <a:p>
                      <a:r>
                        <a:t>30 missed</a:t>
                      </a:r>
                    </a:p>
                  </a:txBody>
                  <a:tcPr marL="91440" marR="91440" marT="45720" marB="45720">
                    <a:lnR w="9525">
                      <a:solidFill>
                        <a:srgbClr val="D9E3E9"/>
                      </a:solidFill>
                      <a:prstDash val="solid"/>
                    </a:lnR>
                    <a:lnB w="9525">
                      <a:solidFill>
                        <a:srgbClr val="D9E3E9"/>
                      </a:solidFill>
                      <a:prstDash val="solid"/>
                    </a:lnB>
                  </a:tcPr>
                </a:tc>
                <a:tc>
                  <a:txBody>
                    <a:bodyPr/>
                    <a:lstStyle/>
                    <a:p>
                      <a:r>
                        <a:rPr sz="1200" b="1">
                          <a:solidFill>
                            <a:srgbClr val="34866F"/>
                          </a:solidFill>
                        </a:rPr>
                        <a:t>119 caught</a:t>
                      </a:r>
                    </a:p>
                  </a:txBody>
                  <a:tcPr marL="76200" marR="47625" marT="38100" marB="38100">
                    <a:lnR w="9525">
                      <a:solidFill>
                        <a:srgbClr val="D9E3E9"/>
                      </a:solidFill>
                      <a:prstDash val="solid"/>
                    </a:lnR>
                    <a:lnB w="9525">
                      <a:solidFill>
                        <a:srgbClr val="D9E3E9"/>
                      </a:solidFill>
                      <a:prstDash val="solid"/>
                    </a:lnB>
                    <a:solidFill>
                      <a:srgbClr val="DDF4F0"/>
                    </a:solidFill>
                  </a:tcPr>
                </a:tc>
              </a:tr>
            </a:tbl>
          </a:graphicData>
        </a:graphic>
      </p:graphicFrame>
      <p:sp>
        <p:nvSpPr>
          <p:cNvPr id="8" name="">
            <a:extLst xmlns:a="http://schemas.openxmlformats.org/drawingml/2006/main">
              <a:ext uri="{FF2B5EF4-FFF2-40B4-BE49-F238E27FC236}">
                <a16:creationId xmlns:a16="http://schemas.microsoft.com/office/drawing/2014/main" id="{EC1F0FA4-FDFE-41D3-8DA1-32E59768B81C}"/>
              </a:ext>
            </a:extLst>
          </p:cNvPr>
          <p:cNvSpPr>
            <a:spLocks xmlns:a="http://schemas.openxmlformats.org/drawingml/2006/main" noGrp="1"/>
          </p:cNvSpPr>
          <p:nvPr/>
        </p:nvSpPr>
        <p:spPr>
          <a:xfrm xmlns:a="http://schemas.openxmlformats.org/drawingml/2006/main">
            <a:off x="6877050" y="1447800"/>
            <a:ext cx="1428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587087"/>
                </a:solidFill>
              </a:defRPr>
            </a:defPPr>
            <a:lvl1pPr algn="l">
              <a:defRPr sz="1050" b="1">
                <a:solidFill>
                  <a:srgbClr val="587087"/>
                </a:solidFill>
              </a:defRPr>
            </a:lvl1pPr>
            <a:lvl2pPr algn="l">
              <a:defRPr sz="1050" b="1">
                <a:solidFill>
                  <a:srgbClr val="587087"/>
                </a:solidFill>
              </a:defRPr>
            </a:lvl2pPr>
            <a:lvl3pPr algn="l">
              <a:defRPr sz="1050" b="1">
                <a:solidFill>
                  <a:srgbClr val="587087"/>
                </a:solidFill>
              </a:defRPr>
            </a:lvl3pPr>
            <a:lvl4pPr algn="l">
              <a:defRPr sz="1050" b="1">
                <a:solidFill>
                  <a:srgbClr val="587087"/>
                </a:solidFill>
              </a:defRPr>
            </a:lvl4pPr>
            <a:lvl5pPr algn="l">
              <a:defRPr sz="1050" b="1">
                <a:solidFill>
                  <a:srgbClr val="587087"/>
                </a:solidFill>
              </a:defRPr>
            </a:lvl5pPr>
            <a:lvl6pPr algn="l">
              <a:defRPr sz="1050" b="1">
                <a:solidFill>
                  <a:srgbClr val="587087"/>
                </a:solidFill>
              </a:defRPr>
            </a:lvl6pPr>
            <a:lvl7pPr algn="l">
              <a:defRPr sz="1050" b="1">
                <a:solidFill>
                  <a:srgbClr val="587087"/>
                </a:solidFill>
              </a:defRPr>
            </a:lvl7pPr>
            <a:lvl8pPr algn="l">
              <a:defRPr sz="1050" b="1">
                <a:solidFill>
                  <a:srgbClr val="587087"/>
                </a:solidFill>
              </a:defRPr>
            </a:lvl8pPr>
            <a:lvl9pPr algn="l">
              <a:defRPr sz="1050" b="1">
                <a:solidFill>
                  <a:srgbClr val="587087"/>
                </a:solidFill>
              </a:defRPr>
            </a:lvl9pPr>
          </a:lstStyle>
          <a:p xmlns:a="http://schemas.openxmlformats.org/drawingml/2006/main">
            <a:pPr algn="l">
              <a:defRPr sz="1050" b="1">
                <a:solidFill>
                  <a:srgbClr val="587087"/>
                </a:solidFill>
              </a:defRPr>
            </a:pPr>
            <a:r>
              <a:rPr sz="1050" b="1">
                <a:solidFill>
                  <a:srgbClr val="587087"/>
                </a:solidFill>
              </a:rPr>
              <a:t>Accuracy</a:t>
            </a:r>
          </a:p>
        </p:txBody>
      </p:sp>
      <p:sp>
        <p:nvSpPr>
          <p:cNvPr id="9" name="">
            <a:extLst xmlns:a="http://schemas.openxmlformats.org/drawingml/2006/main">
              <a:ext uri="{FF2B5EF4-FFF2-40B4-BE49-F238E27FC236}">
                <a16:creationId xmlns:a16="http://schemas.microsoft.com/office/drawing/2014/main" id="{FCCBFC5F-9A2F-40EA-91E1-ACDE578639BA}"/>
              </a:ext>
            </a:extLst>
          </p:cNvPr>
          <p:cNvSpPr>
            <a:spLocks xmlns:a="http://schemas.openxmlformats.org/drawingml/2006/main" noGrp="1"/>
          </p:cNvSpPr>
          <p:nvPr/>
        </p:nvSpPr>
        <p:spPr>
          <a:xfrm xmlns:a="http://schemas.openxmlformats.org/drawingml/2006/main">
            <a:off x="6877050" y="1685925"/>
            <a:ext cx="1476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1C9A91"/>
                </a:solidFill>
              </a:defRPr>
            </a:defPPr>
            <a:lvl1pPr algn="l">
              <a:defRPr sz="2700" b="1">
                <a:solidFill>
                  <a:srgbClr val="1C9A91"/>
                </a:solidFill>
              </a:defRPr>
            </a:lvl1pPr>
            <a:lvl2pPr algn="l">
              <a:defRPr sz="2700" b="1">
                <a:solidFill>
                  <a:srgbClr val="1C9A91"/>
                </a:solidFill>
              </a:defRPr>
            </a:lvl2pPr>
            <a:lvl3pPr algn="l">
              <a:defRPr sz="2700" b="1">
                <a:solidFill>
                  <a:srgbClr val="1C9A91"/>
                </a:solidFill>
              </a:defRPr>
            </a:lvl3pPr>
            <a:lvl4pPr algn="l">
              <a:defRPr sz="2700" b="1">
                <a:solidFill>
                  <a:srgbClr val="1C9A91"/>
                </a:solidFill>
              </a:defRPr>
            </a:lvl4pPr>
            <a:lvl5pPr algn="l">
              <a:defRPr sz="2700" b="1">
                <a:solidFill>
                  <a:srgbClr val="1C9A91"/>
                </a:solidFill>
              </a:defRPr>
            </a:lvl5pPr>
            <a:lvl6pPr algn="l">
              <a:defRPr sz="2700" b="1">
                <a:solidFill>
                  <a:srgbClr val="1C9A91"/>
                </a:solidFill>
              </a:defRPr>
            </a:lvl6pPr>
            <a:lvl7pPr algn="l">
              <a:defRPr sz="2700" b="1">
                <a:solidFill>
                  <a:srgbClr val="1C9A91"/>
                </a:solidFill>
              </a:defRPr>
            </a:lvl7pPr>
            <a:lvl8pPr algn="l">
              <a:defRPr sz="2700" b="1">
                <a:solidFill>
                  <a:srgbClr val="1C9A91"/>
                </a:solidFill>
              </a:defRPr>
            </a:lvl8pPr>
            <a:lvl9pPr algn="l">
              <a:defRPr sz="2700" b="1">
                <a:solidFill>
                  <a:srgbClr val="1C9A91"/>
                </a:solidFill>
              </a:defRPr>
            </a:lvl9pPr>
          </a:lstStyle>
          <a:p xmlns:a="http://schemas.openxmlformats.org/drawingml/2006/main">
            <a:pPr algn="l">
              <a:defRPr sz="2700" b="1">
                <a:solidFill>
                  <a:srgbClr val="1C9A91"/>
                </a:solidFill>
              </a:defRPr>
            </a:pPr>
            <a:r>
              <a:rPr sz="2700" b="1">
                <a:solidFill>
                  <a:srgbClr val="1C9A91"/>
                </a:solidFill>
              </a:rPr>
              <a:t>97.3%</a:t>
            </a:r>
          </a:p>
        </p:txBody>
      </p:sp>
      <p:sp>
        <p:nvSpPr>
          <p:cNvPr id="10" name="">
            <a:extLst xmlns:a="http://schemas.openxmlformats.org/drawingml/2006/main">
              <a:ext uri="{FF2B5EF4-FFF2-40B4-BE49-F238E27FC236}">
                <a16:creationId xmlns:a16="http://schemas.microsoft.com/office/drawing/2014/main" id="{6E095252-102E-4402-8A74-D89B228C3BA2}"/>
              </a:ext>
            </a:extLst>
          </p:cNvPr>
          <p:cNvSpPr>
            <a:spLocks xmlns:a="http://schemas.openxmlformats.org/drawingml/2006/main" noGrp="1"/>
          </p:cNvSpPr>
          <p:nvPr/>
        </p:nvSpPr>
        <p:spPr>
          <a:xfrm xmlns:a="http://schemas.openxmlformats.org/drawingml/2006/main">
            <a:off x="8648700" y="1447800"/>
            <a:ext cx="1428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587087"/>
                </a:solidFill>
              </a:defRPr>
            </a:defPPr>
            <a:lvl1pPr algn="l">
              <a:defRPr sz="1050" b="1">
                <a:solidFill>
                  <a:srgbClr val="587087"/>
                </a:solidFill>
              </a:defRPr>
            </a:lvl1pPr>
            <a:lvl2pPr algn="l">
              <a:defRPr sz="1050" b="1">
                <a:solidFill>
                  <a:srgbClr val="587087"/>
                </a:solidFill>
              </a:defRPr>
            </a:lvl2pPr>
            <a:lvl3pPr algn="l">
              <a:defRPr sz="1050" b="1">
                <a:solidFill>
                  <a:srgbClr val="587087"/>
                </a:solidFill>
              </a:defRPr>
            </a:lvl3pPr>
            <a:lvl4pPr algn="l">
              <a:defRPr sz="1050" b="1">
                <a:solidFill>
                  <a:srgbClr val="587087"/>
                </a:solidFill>
              </a:defRPr>
            </a:lvl4pPr>
            <a:lvl5pPr algn="l">
              <a:defRPr sz="1050" b="1">
                <a:solidFill>
                  <a:srgbClr val="587087"/>
                </a:solidFill>
              </a:defRPr>
            </a:lvl5pPr>
            <a:lvl6pPr algn="l">
              <a:defRPr sz="1050" b="1">
                <a:solidFill>
                  <a:srgbClr val="587087"/>
                </a:solidFill>
              </a:defRPr>
            </a:lvl6pPr>
            <a:lvl7pPr algn="l">
              <a:defRPr sz="1050" b="1">
                <a:solidFill>
                  <a:srgbClr val="587087"/>
                </a:solidFill>
              </a:defRPr>
            </a:lvl7pPr>
            <a:lvl8pPr algn="l">
              <a:defRPr sz="1050" b="1">
                <a:solidFill>
                  <a:srgbClr val="587087"/>
                </a:solidFill>
              </a:defRPr>
            </a:lvl8pPr>
            <a:lvl9pPr algn="l">
              <a:defRPr sz="1050" b="1">
                <a:solidFill>
                  <a:srgbClr val="587087"/>
                </a:solidFill>
              </a:defRPr>
            </a:lvl9pPr>
          </a:lstStyle>
          <a:p xmlns:a="http://schemas.openxmlformats.org/drawingml/2006/main">
            <a:pPr algn="l">
              <a:defRPr sz="1050" b="1">
                <a:solidFill>
                  <a:srgbClr val="587087"/>
                </a:solidFill>
              </a:defRPr>
            </a:pPr>
            <a:r>
              <a:rPr sz="1050" b="1">
                <a:solidFill>
                  <a:srgbClr val="587087"/>
                </a:solidFill>
              </a:rPr>
              <a:t>Precision</a:t>
            </a:r>
          </a:p>
        </p:txBody>
      </p:sp>
      <p:sp>
        <p:nvSpPr>
          <p:cNvPr id="11" name="">
            <a:extLst xmlns:a="http://schemas.openxmlformats.org/drawingml/2006/main">
              <a:ext uri="{FF2B5EF4-FFF2-40B4-BE49-F238E27FC236}">
                <a16:creationId xmlns:a16="http://schemas.microsoft.com/office/drawing/2014/main" id="{227E877F-DEB8-480C-9C68-2AFA69EBAC78}"/>
              </a:ext>
            </a:extLst>
          </p:cNvPr>
          <p:cNvSpPr>
            <a:spLocks xmlns:a="http://schemas.openxmlformats.org/drawingml/2006/main" noGrp="1"/>
          </p:cNvSpPr>
          <p:nvPr/>
        </p:nvSpPr>
        <p:spPr>
          <a:xfrm xmlns:a="http://schemas.openxmlformats.org/drawingml/2006/main">
            <a:off x="8648700" y="1685925"/>
            <a:ext cx="1476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10243A"/>
                </a:solidFill>
              </a:defRPr>
            </a:defPPr>
            <a:lvl1pPr algn="l">
              <a:defRPr sz="2700" b="1">
                <a:solidFill>
                  <a:srgbClr val="10243A"/>
                </a:solidFill>
              </a:defRPr>
            </a:lvl1pPr>
            <a:lvl2pPr algn="l">
              <a:defRPr sz="2700" b="1">
                <a:solidFill>
                  <a:srgbClr val="10243A"/>
                </a:solidFill>
              </a:defRPr>
            </a:lvl2pPr>
            <a:lvl3pPr algn="l">
              <a:defRPr sz="2700" b="1">
                <a:solidFill>
                  <a:srgbClr val="10243A"/>
                </a:solidFill>
              </a:defRPr>
            </a:lvl3pPr>
            <a:lvl4pPr algn="l">
              <a:defRPr sz="2700" b="1">
                <a:solidFill>
                  <a:srgbClr val="10243A"/>
                </a:solidFill>
              </a:defRPr>
            </a:lvl4pPr>
            <a:lvl5pPr algn="l">
              <a:defRPr sz="2700" b="1">
                <a:solidFill>
                  <a:srgbClr val="10243A"/>
                </a:solidFill>
              </a:defRPr>
            </a:lvl5pPr>
            <a:lvl6pPr algn="l">
              <a:defRPr sz="2700" b="1">
                <a:solidFill>
                  <a:srgbClr val="10243A"/>
                </a:solidFill>
              </a:defRPr>
            </a:lvl6pPr>
            <a:lvl7pPr algn="l">
              <a:defRPr sz="2700" b="1">
                <a:solidFill>
                  <a:srgbClr val="10243A"/>
                </a:solidFill>
              </a:defRPr>
            </a:lvl7pPr>
            <a:lvl8pPr algn="l">
              <a:defRPr sz="2700" b="1">
                <a:solidFill>
                  <a:srgbClr val="10243A"/>
                </a:solidFill>
              </a:defRPr>
            </a:lvl8pPr>
            <a:lvl9pPr algn="l">
              <a:defRPr sz="2700" b="1">
                <a:solidFill>
                  <a:srgbClr val="10243A"/>
                </a:solidFill>
              </a:defRPr>
            </a:lvl9pPr>
          </a:lstStyle>
          <a:p xmlns:a="http://schemas.openxmlformats.org/drawingml/2006/main">
            <a:pPr algn="l">
              <a:defRPr sz="2700" b="1">
                <a:solidFill>
                  <a:srgbClr val="10243A"/>
                </a:solidFill>
              </a:defRPr>
            </a:pPr>
            <a:r>
              <a:rPr sz="2700" b="1">
                <a:solidFill>
                  <a:srgbClr val="10243A"/>
                </a:solidFill>
              </a:rPr>
              <a:t>100%</a:t>
            </a:r>
          </a:p>
        </p:txBody>
      </p:sp>
      <p:sp>
        <p:nvSpPr>
          <p:cNvPr id="12" name="">
            <a:extLst xmlns:a="http://schemas.openxmlformats.org/drawingml/2006/main">
              <a:ext uri="{FF2B5EF4-FFF2-40B4-BE49-F238E27FC236}">
                <a16:creationId xmlns:a16="http://schemas.microsoft.com/office/drawing/2014/main" id="{150A18B0-FAF4-49B0-9157-7EC7A5A99560}"/>
              </a:ext>
            </a:extLst>
          </p:cNvPr>
          <p:cNvSpPr>
            <a:spLocks xmlns:a="http://schemas.openxmlformats.org/drawingml/2006/main" noGrp="1"/>
          </p:cNvSpPr>
          <p:nvPr/>
        </p:nvSpPr>
        <p:spPr>
          <a:xfrm xmlns:a="http://schemas.openxmlformats.org/drawingml/2006/main">
            <a:off x="10287000" y="1447800"/>
            <a:ext cx="1333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587087"/>
                </a:solidFill>
              </a:defRPr>
            </a:defPPr>
            <a:lvl1pPr algn="l">
              <a:defRPr sz="1050" b="1">
                <a:solidFill>
                  <a:srgbClr val="587087"/>
                </a:solidFill>
              </a:defRPr>
            </a:lvl1pPr>
            <a:lvl2pPr algn="l">
              <a:defRPr sz="1050" b="1">
                <a:solidFill>
                  <a:srgbClr val="587087"/>
                </a:solidFill>
              </a:defRPr>
            </a:lvl2pPr>
            <a:lvl3pPr algn="l">
              <a:defRPr sz="1050" b="1">
                <a:solidFill>
                  <a:srgbClr val="587087"/>
                </a:solidFill>
              </a:defRPr>
            </a:lvl3pPr>
            <a:lvl4pPr algn="l">
              <a:defRPr sz="1050" b="1">
                <a:solidFill>
                  <a:srgbClr val="587087"/>
                </a:solidFill>
              </a:defRPr>
            </a:lvl4pPr>
            <a:lvl5pPr algn="l">
              <a:defRPr sz="1050" b="1">
                <a:solidFill>
                  <a:srgbClr val="587087"/>
                </a:solidFill>
              </a:defRPr>
            </a:lvl5pPr>
            <a:lvl6pPr algn="l">
              <a:defRPr sz="1050" b="1">
                <a:solidFill>
                  <a:srgbClr val="587087"/>
                </a:solidFill>
              </a:defRPr>
            </a:lvl6pPr>
            <a:lvl7pPr algn="l">
              <a:defRPr sz="1050" b="1">
                <a:solidFill>
                  <a:srgbClr val="587087"/>
                </a:solidFill>
              </a:defRPr>
            </a:lvl7pPr>
            <a:lvl8pPr algn="l">
              <a:defRPr sz="1050" b="1">
                <a:solidFill>
                  <a:srgbClr val="587087"/>
                </a:solidFill>
              </a:defRPr>
            </a:lvl8pPr>
            <a:lvl9pPr algn="l">
              <a:defRPr sz="1050" b="1">
                <a:solidFill>
                  <a:srgbClr val="587087"/>
                </a:solidFill>
              </a:defRPr>
            </a:lvl9pPr>
          </a:lstStyle>
          <a:p xmlns:a="http://schemas.openxmlformats.org/drawingml/2006/main">
            <a:pPr algn="l">
              <a:defRPr sz="1050" b="1">
                <a:solidFill>
                  <a:srgbClr val="587087"/>
                </a:solidFill>
              </a:defRPr>
            </a:pPr>
            <a:r>
              <a:rPr sz="1050" b="1">
                <a:solidFill>
                  <a:srgbClr val="587087"/>
                </a:solidFill>
              </a:rPr>
              <a:t>Recall</a:t>
            </a:r>
          </a:p>
        </p:txBody>
      </p:sp>
      <p:sp>
        <p:nvSpPr>
          <p:cNvPr id="13" name="">
            <a:extLst xmlns:a="http://schemas.openxmlformats.org/drawingml/2006/main">
              <a:ext uri="{FF2B5EF4-FFF2-40B4-BE49-F238E27FC236}">
                <a16:creationId xmlns:a16="http://schemas.microsoft.com/office/drawing/2014/main" id="{DB05DAB5-337F-41B4-A7AD-CE61ACEE95E1}"/>
              </a:ext>
            </a:extLst>
          </p:cNvPr>
          <p:cNvSpPr>
            <a:spLocks xmlns:a="http://schemas.openxmlformats.org/drawingml/2006/main" noGrp="1"/>
          </p:cNvSpPr>
          <p:nvPr/>
        </p:nvSpPr>
        <p:spPr>
          <a:xfrm xmlns:a="http://schemas.openxmlformats.org/drawingml/2006/main">
            <a:off x="10287000" y="16859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A26C09"/>
                </a:solidFill>
              </a:defRPr>
            </a:defPPr>
            <a:lvl1pPr algn="l">
              <a:defRPr sz="2700" b="1">
                <a:solidFill>
                  <a:srgbClr val="A26C09"/>
                </a:solidFill>
              </a:defRPr>
            </a:lvl1pPr>
            <a:lvl2pPr algn="l">
              <a:defRPr sz="2700" b="1">
                <a:solidFill>
                  <a:srgbClr val="A26C09"/>
                </a:solidFill>
              </a:defRPr>
            </a:lvl2pPr>
            <a:lvl3pPr algn="l">
              <a:defRPr sz="2700" b="1">
                <a:solidFill>
                  <a:srgbClr val="A26C09"/>
                </a:solidFill>
              </a:defRPr>
            </a:lvl3pPr>
            <a:lvl4pPr algn="l">
              <a:defRPr sz="2700" b="1">
                <a:solidFill>
                  <a:srgbClr val="A26C09"/>
                </a:solidFill>
              </a:defRPr>
            </a:lvl4pPr>
            <a:lvl5pPr algn="l">
              <a:defRPr sz="2700" b="1">
                <a:solidFill>
                  <a:srgbClr val="A26C09"/>
                </a:solidFill>
              </a:defRPr>
            </a:lvl5pPr>
            <a:lvl6pPr algn="l">
              <a:defRPr sz="2700" b="1">
                <a:solidFill>
                  <a:srgbClr val="A26C09"/>
                </a:solidFill>
              </a:defRPr>
            </a:lvl6pPr>
            <a:lvl7pPr algn="l">
              <a:defRPr sz="2700" b="1">
                <a:solidFill>
                  <a:srgbClr val="A26C09"/>
                </a:solidFill>
              </a:defRPr>
            </a:lvl7pPr>
            <a:lvl8pPr algn="l">
              <a:defRPr sz="2700" b="1">
                <a:solidFill>
                  <a:srgbClr val="A26C09"/>
                </a:solidFill>
              </a:defRPr>
            </a:lvl8pPr>
            <a:lvl9pPr algn="l">
              <a:defRPr sz="2700" b="1">
                <a:solidFill>
                  <a:srgbClr val="A26C09"/>
                </a:solidFill>
              </a:defRPr>
            </a:lvl9pPr>
          </a:lstStyle>
          <a:p xmlns:a="http://schemas.openxmlformats.org/drawingml/2006/main">
            <a:pPr algn="l">
              <a:defRPr sz="2700" b="1">
                <a:solidFill>
                  <a:srgbClr val="A26C09"/>
                </a:solidFill>
              </a:defRPr>
            </a:pPr>
            <a:r>
              <a:rPr sz="2700" b="1">
                <a:solidFill>
                  <a:srgbClr val="A26C09"/>
                </a:solidFill>
              </a:rPr>
              <a:t>79.9%</a:t>
            </a:r>
          </a:p>
        </p:txBody>
      </p:sp>
      <p:sp>
        <p:nvSpPr>
          <p:cNvPr id="14" name="">
            <a:extLst xmlns:a="http://schemas.openxmlformats.org/drawingml/2006/main">
              <a:ext uri="{FF2B5EF4-FFF2-40B4-BE49-F238E27FC236}">
                <a16:creationId xmlns:a16="http://schemas.microsoft.com/office/drawing/2014/main" id="{8B52226A-FE58-4EB1-9FD6-4E3C9E450F37}"/>
              </a:ext>
            </a:extLst>
          </p:cNvPr>
          <p:cNvSpPr>
            <a:spLocks xmlns:a="http://schemas.openxmlformats.org/drawingml/2006/main" noGrp="1"/>
          </p:cNvSpPr>
          <p:nvPr/>
        </p:nvSpPr>
        <p:spPr>
          <a:xfrm xmlns:a="http://schemas.openxmlformats.org/drawingml/2006/main">
            <a:off x="6877050" y="2543175"/>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0243A"/>
                </a:solidFill>
              </a:defRPr>
            </a:defPPr>
            <a:lvl1pPr algn="l">
              <a:defRPr sz="1500" b="1">
                <a:solidFill>
                  <a:srgbClr val="10243A"/>
                </a:solidFill>
              </a:defRPr>
            </a:lvl1pPr>
            <a:lvl2pPr algn="l">
              <a:defRPr sz="1500" b="1">
                <a:solidFill>
                  <a:srgbClr val="10243A"/>
                </a:solidFill>
              </a:defRPr>
            </a:lvl2pPr>
            <a:lvl3pPr algn="l">
              <a:defRPr sz="1500" b="1">
                <a:solidFill>
                  <a:srgbClr val="10243A"/>
                </a:solidFill>
              </a:defRPr>
            </a:lvl3pPr>
            <a:lvl4pPr algn="l">
              <a:defRPr sz="1500" b="1">
                <a:solidFill>
                  <a:srgbClr val="10243A"/>
                </a:solidFill>
              </a:defRPr>
            </a:lvl4pPr>
            <a:lvl5pPr algn="l">
              <a:defRPr sz="1500" b="1">
                <a:solidFill>
                  <a:srgbClr val="10243A"/>
                </a:solidFill>
              </a:defRPr>
            </a:lvl5pPr>
            <a:lvl6pPr algn="l">
              <a:defRPr sz="1500" b="1">
                <a:solidFill>
                  <a:srgbClr val="10243A"/>
                </a:solidFill>
              </a:defRPr>
            </a:lvl6pPr>
            <a:lvl7pPr algn="l">
              <a:defRPr sz="1500" b="1">
                <a:solidFill>
                  <a:srgbClr val="10243A"/>
                </a:solidFill>
              </a:defRPr>
            </a:lvl7pPr>
            <a:lvl8pPr algn="l">
              <a:defRPr sz="1500" b="1">
                <a:solidFill>
                  <a:srgbClr val="10243A"/>
                </a:solidFill>
              </a:defRPr>
            </a:lvl8pPr>
            <a:lvl9pPr algn="l">
              <a:defRPr sz="1500" b="1">
                <a:solidFill>
                  <a:srgbClr val="10243A"/>
                </a:solidFill>
              </a:defRPr>
            </a:lvl9pPr>
          </a:lstStyle>
          <a:p xmlns:a="http://schemas.openxmlformats.org/drawingml/2006/main">
            <a:pPr algn="l">
              <a:defRPr sz="1500" b="1">
                <a:solidFill>
                  <a:srgbClr val="10243A"/>
                </a:solidFill>
              </a:defRPr>
            </a:pPr>
            <a:r>
              <a:rPr sz="1500" b="1">
                <a:solidFill>
                  <a:srgbClr val="10243A"/>
                </a:solidFill>
              </a:rPr>
              <a:t>What the measures tell us</a:t>
            </a:r>
          </a:p>
        </p:txBody>
      </p:sp>
      <p:sp>
        <p:nvSpPr>
          <p:cNvPr id="15" name="">
            <a:extLst xmlns:a="http://schemas.openxmlformats.org/drawingml/2006/main">
              <a:ext uri="{FF2B5EF4-FFF2-40B4-BE49-F238E27FC236}">
                <a16:creationId xmlns:a16="http://schemas.microsoft.com/office/drawing/2014/main" id="{522570F4-69EE-47F5-B723-123370586950}"/>
              </a:ext>
            </a:extLst>
          </p:cNvPr>
          <p:cNvSpPr>
            <a:spLocks xmlns:a="http://schemas.openxmlformats.org/drawingml/2006/main" noGrp="1"/>
          </p:cNvSpPr>
          <p:nvPr/>
        </p:nvSpPr>
        <p:spPr>
          <a:xfrm xmlns:a="http://schemas.openxmlformats.org/drawingml/2006/main">
            <a:off x="6877050" y="2943225"/>
            <a:ext cx="4381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0">
                <a:solidFill>
                  <a:srgbClr val="183047"/>
                </a:solidFill>
              </a:defRPr>
            </a:defPPr>
            <a:lvl1pPr algn="l">
              <a:defRPr sz="1275" b="0">
                <a:solidFill>
                  <a:srgbClr val="183047"/>
                </a:solidFill>
              </a:defRPr>
            </a:lvl1pPr>
            <a:lvl2pPr algn="l">
              <a:defRPr sz="1275" b="0">
                <a:solidFill>
                  <a:srgbClr val="183047"/>
                </a:solidFill>
              </a:defRPr>
            </a:lvl2pPr>
            <a:lvl3pPr algn="l">
              <a:defRPr sz="1275" b="0">
                <a:solidFill>
                  <a:srgbClr val="183047"/>
                </a:solidFill>
              </a:defRPr>
            </a:lvl3pPr>
            <a:lvl4pPr algn="l">
              <a:defRPr sz="1275" b="0">
                <a:solidFill>
                  <a:srgbClr val="183047"/>
                </a:solidFill>
              </a:defRPr>
            </a:lvl4pPr>
            <a:lvl5pPr algn="l">
              <a:defRPr sz="1275" b="0">
                <a:solidFill>
                  <a:srgbClr val="183047"/>
                </a:solidFill>
              </a:defRPr>
            </a:lvl5pPr>
            <a:lvl6pPr algn="l">
              <a:defRPr sz="1275" b="0">
                <a:solidFill>
                  <a:srgbClr val="183047"/>
                </a:solidFill>
              </a:defRPr>
            </a:lvl6pPr>
            <a:lvl7pPr algn="l">
              <a:defRPr sz="1275" b="0">
                <a:solidFill>
                  <a:srgbClr val="183047"/>
                </a:solidFill>
              </a:defRPr>
            </a:lvl7pPr>
            <a:lvl8pPr algn="l">
              <a:defRPr sz="1275" b="0">
                <a:solidFill>
                  <a:srgbClr val="183047"/>
                </a:solidFill>
              </a:defRPr>
            </a:lvl8pPr>
            <a:lvl9pPr algn="l">
              <a:defRPr sz="1275" b="0">
                <a:solidFill>
                  <a:srgbClr val="183047"/>
                </a:solidFill>
              </a:defRPr>
            </a:lvl9pPr>
          </a:lstStyle>
          <a:p xmlns:a="http://schemas.openxmlformats.org/drawingml/2006/main">
            <a:pPr algn="l">
              <a:defRPr sz="1275" b="0">
                <a:solidFill>
                  <a:srgbClr val="183047"/>
                </a:solidFill>
              </a:defRPr>
            </a:pPr>
            <a:r>
              <a:rPr sz="1275" b="0">
                <a:solidFill>
                  <a:srgbClr val="183047"/>
                </a:solidFill>
              </a:rPr>
              <a:t>Precision: when flagged, how often spam?</a:t>
            </a:r>
          </a:p>
          <a:p xmlns:a="http://schemas.openxmlformats.org/drawingml/2006/main">
            <a:pPr algn="l">
              <a:defRPr sz="1275" b="0">
                <a:solidFill>
                  <a:srgbClr val="183047"/>
                </a:solidFill>
              </a:defRPr>
            </a:pPr>
            <a:r>
              <a:rPr sz="1275" b="0">
                <a:solidFill>
                  <a:srgbClr val="183047"/>
                </a:solidFill>
              </a:rPr>
              <a:t>Recall: how much real spam was caught?</a:t>
            </a:r>
          </a:p>
          <a:p xmlns:a="http://schemas.openxmlformats.org/drawingml/2006/main">
            <a:pPr algn="l">
              <a:defRPr sz="1275" b="0">
                <a:solidFill>
                  <a:srgbClr val="183047"/>
                </a:solidFill>
              </a:defRPr>
            </a:pPr>
            <a:r>
              <a:rPr sz="1275" b="0">
                <a:solidFill>
                  <a:srgbClr val="183047"/>
                </a:solidFill>
              </a:rPr>
              <a:t>Accuracy: share of all messages classified correctly.</a:t>
            </a:r>
          </a:p>
        </p:txBody>
      </p:sp>
      <p:sp>
        <p:nvSpPr>
          <p:cNvPr id="16" name="">
            <a:extLst xmlns:a="http://schemas.openxmlformats.org/drawingml/2006/main">
              <a:ext uri="{FF2B5EF4-FFF2-40B4-BE49-F238E27FC236}">
                <a16:creationId xmlns:a16="http://schemas.microsoft.com/office/drawing/2014/main" id="{AF3C7271-AF5F-447E-A356-79437300D289}"/>
              </a:ext>
            </a:extLst>
          </p:cNvPr>
          <p:cNvSpPr>
            <a:spLocks xmlns:a="http://schemas.openxmlformats.org/drawingml/2006/main" noGrp="1"/>
          </p:cNvSpPr>
          <p:nvPr/>
        </p:nvSpPr>
        <p:spPr>
          <a:xfrm xmlns:a="http://schemas.openxmlformats.org/drawingml/2006/main">
            <a:off x="666750" y="4695825"/>
            <a:ext cx="10858500" cy="0"/>
          </a:xfrm>
          <a:prstGeom xmlns:a="http://schemas.openxmlformats.org/drawingml/2006/main" prst="line">
            <a:avLst/>
          </a:prstGeom>
          <a:noFill xmlns:a="http://schemas.openxmlformats.org/drawingml/2006/main"/>
          <a:ln xmlns:a="http://schemas.openxmlformats.org/drawingml/2006/main" w="12383">
            <a:solidFill>
              <a:srgbClr val="D9E3E9"/>
            </a:solidFill>
            <a:prstDash val="solid"/>
          </a:ln>
        </p:spPr>
      </p:sp>
      <p:sp>
        <p:nvSpPr>
          <p:cNvPr id="17" name="">
            <a:extLst xmlns:a="http://schemas.openxmlformats.org/drawingml/2006/main">
              <a:ext uri="{FF2B5EF4-FFF2-40B4-BE49-F238E27FC236}">
                <a16:creationId xmlns:a16="http://schemas.microsoft.com/office/drawing/2014/main" id="{5192B94B-743C-424D-B5CD-C9A0D0B054EC}"/>
              </a:ext>
            </a:extLst>
          </p:cNvPr>
          <p:cNvSpPr>
            <a:spLocks xmlns:a="http://schemas.openxmlformats.org/drawingml/2006/main" noGrp="1"/>
          </p:cNvSpPr>
          <p:nvPr/>
        </p:nvSpPr>
        <p:spPr>
          <a:xfrm xmlns:a="http://schemas.openxmlformats.org/drawingml/2006/main">
            <a:off x="666750" y="49625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C9A91"/>
                </a:solidFill>
              </a:defRPr>
            </a:defPPr>
            <a:lvl1pPr algn="l">
              <a:defRPr sz="1350" b="1">
                <a:solidFill>
                  <a:srgbClr val="1C9A91"/>
                </a:solidFill>
              </a:defRPr>
            </a:lvl1pPr>
            <a:lvl2pPr algn="l">
              <a:defRPr sz="1350" b="1">
                <a:solidFill>
                  <a:srgbClr val="1C9A91"/>
                </a:solidFill>
              </a:defRPr>
            </a:lvl2pPr>
            <a:lvl3pPr algn="l">
              <a:defRPr sz="1350" b="1">
                <a:solidFill>
                  <a:srgbClr val="1C9A91"/>
                </a:solidFill>
              </a:defRPr>
            </a:lvl3pPr>
            <a:lvl4pPr algn="l">
              <a:defRPr sz="1350" b="1">
                <a:solidFill>
                  <a:srgbClr val="1C9A91"/>
                </a:solidFill>
              </a:defRPr>
            </a:lvl4pPr>
            <a:lvl5pPr algn="l">
              <a:defRPr sz="1350" b="1">
                <a:solidFill>
                  <a:srgbClr val="1C9A91"/>
                </a:solidFill>
              </a:defRPr>
            </a:lvl5pPr>
            <a:lvl6pPr algn="l">
              <a:defRPr sz="1350" b="1">
                <a:solidFill>
                  <a:srgbClr val="1C9A91"/>
                </a:solidFill>
              </a:defRPr>
            </a:lvl6pPr>
            <a:lvl7pPr algn="l">
              <a:defRPr sz="1350" b="1">
                <a:solidFill>
                  <a:srgbClr val="1C9A91"/>
                </a:solidFill>
              </a:defRPr>
            </a:lvl7pPr>
            <a:lvl8pPr algn="l">
              <a:defRPr sz="1350" b="1">
                <a:solidFill>
                  <a:srgbClr val="1C9A91"/>
                </a:solidFill>
              </a:defRPr>
            </a:lvl8pPr>
            <a:lvl9pPr algn="l">
              <a:defRPr sz="1350" b="1">
                <a:solidFill>
                  <a:srgbClr val="1C9A91"/>
                </a:solidFill>
              </a:defRPr>
            </a:lvl9pPr>
          </a:lstStyle>
          <a:p xmlns:a="http://schemas.openxmlformats.org/drawingml/2006/main">
            <a:pPr algn="l">
              <a:defRPr sz="1350" b="1">
                <a:solidFill>
                  <a:srgbClr val="1C9A91"/>
                </a:solidFill>
              </a:defRPr>
            </a:pPr>
            <a:r>
              <a:rPr sz="1350" b="1">
                <a:solidFill>
                  <a:srgbClr val="1C9A91"/>
                </a:solidFill>
              </a:rPr>
              <a:t>Example decision</a:t>
            </a:r>
          </a:p>
        </p:txBody>
      </p:sp>
      <p:sp>
        <p:nvSpPr>
          <p:cNvPr id="18" name="">
            <a:extLst xmlns:a="http://schemas.openxmlformats.org/drawingml/2006/main">
              <a:ext uri="{FF2B5EF4-FFF2-40B4-BE49-F238E27FC236}">
                <a16:creationId xmlns:a16="http://schemas.microsoft.com/office/drawing/2014/main" id="{1C125F72-BB4B-4D3F-B466-40BDBFFBFCB1}"/>
              </a:ext>
            </a:extLst>
          </p:cNvPr>
          <p:cNvSpPr>
            <a:spLocks xmlns:a="http://schemas.openxmlformats.org/drawingml/2006/main" noGrp="1"/>
          </p:cNvSpPr>
          <p:nvPr/>
        </p:nvSpPr>
        <p:spPr>
          <a:xfrm xmlns:a="http://schemas.openxmlformats.org/drawingml/2006/main">
            <a:off x="666750" y="533400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43A"/>
                </a:solidFill>
              </a:defRPr>
            </a:defPPr>
            <a:lvl1pPr algn="l">
              <a:defRPr sz="1650" b="1">
                <a:solidFill>
                  <a:srgbClr val="10243A"/>
                </a:solidFill>
              </a:defRPr>
            </a:lvl1pPr>
            <a:lvl2pPr algn="l">
              <a:defRPr sz="1650" b="1">
                <a:solidFill>
                  <a:srgbClr val="10243A"/>
                </a:solidFill>
              </a:defRPr>
            </a:lvl2pPr>
            <a:lvl3pPr algn="l">
              <a:defRPr sz="1650" b="1">
                <a:solidFill>
                  <a:srgbClr val="10243A"/>
                </a:solidFill>
              </a:defRPr>
            </a:lvl3pPr>
            <a:lvl4pPr algn="l">
              <a:defRPr sz="1650" b="1">
                <a:solidFill>
                  <a:srgbClr val="10243A"/>
                </a:solidFill>
              </a:defRPr>
            </a:lvl4pPr>
            <a:lvl5pPr algn="l">
              <a:defRPr sz="1650" b="1">
                <a:solidFill>
                  <a:srgbClr val="10243A"/>
                </a:solidFill>
              </a:defRPr>
            </a:lvl5pPr>
            <a:lvl6pPr algn="l">
              <a:defRPr sz="1650" b="1">
                <a:solidFill>
                  <a:srgbClr val="10243A"/>
                </a:solidFill>
              </a:defRPr>
            </a:lvl6pPr>
            <a:lvl7pPr algn="l">
              <a:defRPr sz="1650" b="1">
                <a:solidFill>
                  <a:srgbClr val="10243A"/>
                </a:solidFill>
              </a:defRPr>
            </a:lvl7pPr>
            <a:lvl8pPr algn="l">
              <a:defRPr sz="1650" b="1">
                <a:solidFill>
                  <a:srgbClr val="10243A"/>
                </a:solidFill>
              </a:defRPr>
            </a:lvl8pPr>
            <a:lvl9pPr algn="l">
              <a:defRPr sz="1650" b="1">
                <a:solidFill>
                  <a:srgbClr val="10243A"/>
                </a:solidFill>
              </a:defRPr>
            </a:lvl9pPr>
          </a:lstStyle>
          <a:p xmlns:a="http://schemas.openxmlformats.org/drawingml/2006/main">
            <a:pPr algn="l">
              <a:defRPr sz="1650" b="1">
                <a:solidFill>
                  <a:srgbClr val="10243A"/>
                </a:solidFill>
              </a:defRPr>
            </a:pPr>
            <a:r>
              <a:rPr sz="1650" b="1">
                <a:solidFill>
                  <a:srgbClr val="10243A"/>
                </a:solidFill>
              </a:rPr>
              <a:t>“Congratulations! You won a free iPhone. Claim your prize.”</a:t>
            </a:r>
          </a:p>
        </p:txBody>
      </p:sp>
      <p:sp>
        <p:nvSpPr>
          <p:cNvPr id="19" name="">
            <a:extLst xmlns:a="http://schemas.openxmlformats.org/drawingml/2006/main">
              <a:ext uri="{FF2B5EF4-FFF2-40B4-BE49-F238E27FC236}">
                <a16:creationId xmlns:a16="http://schemas.microsoft.com/office/drawing/2014/main" id="{C1557077-4BA4-4456-94BB-E453A2BEB05D}"/>
              </a:ext>
            </a:extLst>
          </p:cNvPr>
          <p:cNvSpPr>
            <a:spLocks xmlns:a="http://schemas.openxmlformats.org/drawingml/2006/main" noGrp="1"/>
          </p:cNvSpPr>
          <p:nvPr/>
        </p:nvSpPr>
        <p:spPr>
          <a:xfrm xmlns:a="http://schemas.openxmlformats.org/drawingml/2006/main">
            <a:off x="666750" y="574357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0">
                <a:solidFill>
                  <a:srgbClr val="587087"/>
                </a:solidFill>
              </a:defRPr>
            </a:defPPr>
            <a:lvl1pPr algn="l">
              <a:defRPr sz="1275" b="0">
                <a:solidFill>
                  <a:srgbClr val="587087"/>
                </a:solidFill>
              </a:defRPr>
            </a:lvl1pPr>
            <a:lvl2pPr algn="l">
              <a:defRPr sz="1275" b="0">
                <a:solidFill>
                  <a:srgbClr val="587087"/>
                </a:solidFill>
              </a:defRPr>
            </a:lvl2pPr>
            <a:lvl3pPr algn="l">
              <a:defRPr sz="1275" b="0">
                <a:solidFill>
                  <a:srgbClr val="587087"/>
                </a:solidFill>
              </a:defRPr>
            </a:lvl3pPr>
            <a:lvl4pPr algn="l">
              <a:defRPr sz="1275" b="0">
                <a:solidFill>
                  <a:srgbClr val="587087"/>
                </a:solidFill>
              </a:defRPr>
            </a:lvl4pPr>
            <a:lvl5pPr algn="l">
              <a:defRPr sz="1275" b="0">
                <a:solidFill>
                  <a:srgbClr val="587087"/>
                </a:solidFill>
              </a:defRPr>
            </a:lvl5pPr>
            <a:lvl6pPr algn="l">
              <a:defRPr sz="1275" b="0">
                <a:solidFill>
                  <a:srgbClr val="587087"/>
                </a:solidFill>
              </a:defRPr>
            </a:lvl6pPr>
            <a:lvl7pPr algn="l">
              <a:defRPr sz="1275" b="0">
                <a:solidFill>
                  <a:srgbClr val="587087"/>
                </a:solidFill>
              </a:defRPr>
            </a:lvl7pPr>
            <a:lvl8pPr algn="l">
              <a:defRPr sz="1275" b="0">
                <a:solidFill>
                  <a:srgbClr val="587087"/>
                </a:solidFill>
              </a:defRPr>
            </a:lvl8pPr>
            <a:lvl9pPr algn="l">
              <a:defRPr sz="1275" b="0">
                <a:solidFill>
                  <a:srgbClr val="587087"/>
                </a:solidFill>
              </a:defRPr>
            </a:lvl9pPr>
          </a:lstStyle>
          <a:p xmlns:a="http://schemas.openxmlformats.org/drawingml/2006/main">
            <a:pPr algn="l">
              <a:defRPr sz="1275" b="0">
                <a:solidFill>
                  <a:srgbClr val="587087"/>
                </a:solidFill>
              </a:defRPr>
            </a:pPr>
            <a:r>
              <a:rPr sz="1275" b="0">
                <a:solidFill>
                  <a:srgbClr val="587087"/>
                </a:solidFill>
              </a:rPr>
              <a:t>Words such as “won”, “free” and “prize” can push the score toward spam.</a:t>
            </a:r>
          </a:p>
        </p:txBody>
      </p:sp>
      <p:sp>
        <p:nvSpPr>
          <p:cNvPr id="20" name="">
            <a:extLst xmlns:a="http://schemas.openxmlformats.org/drawingml/2006/main">
              <a:ext uri="{FF2B5EF4-FFF2-40B4-BE49-F238E27FC236}">
                <a16:creationId xmlns:a16="http://schemas.microsoft.com/office/drawing/2014/main" id="{07843705-1C8C-4ED4-B3BB-9B2A06E1A61C}"/>
              </a:ext>
            </a:extLst>
          </p:cNvPr>
          <p:cNvSpPr>
            <a:spLocks xmlns:a="http://schemas.openxmlformats.org/drawingml/2006/main" noGrp="1"/>
          </p:cNvSpPr>
          <p:nvPr/>
        </p:nvSpPr>
        <p:spPr>
          <a:xfrm xmlns:a="http://schemas.openxmlformats.org/drawingml/2006/main">
            <a:off x="9334500" y="5095875"/>
            <a:ext cx="2143125" cy="685800"/>
          </a:xfrm>
          <a:prstGeom xmlns:a="http://schemas.openxmlformats.org/drawingml/2006/main" prst="roundRect">
            <a:avLst>
              <a:gd name="adj" fmla="val 11111"/>
            </a:avLst>
          </a:prstGeom>
          <a:solidFill xmlns:a="http://schemas.openxmlformats.org/drawingml/2006/main">
            <a:srgbClr val="1024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2FC44DC-03FA-4F46-A170-4DB89FCB450B}"/>
              </a:ext>
            </a:extLst>
          </p:cNvPr>
          <p:cNvSpPr>
            <a:spLocks xmlns:a="http://schemas.openxmlformats.org/drawingml/2006/main" noGrp="1"/>
          </p:cNvSpPr>
          <p:nvPr/>
        </p:nvSpPr>
        <p:spPr>
          <a:xfrm xmlns:a="http://schemas.openxmlformats.org/drawingml/2006/main">
            <a:off x="9525000" y="5181600"/>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900" b="1">
                <a:solidFill>
                  <a:srgbClr val="F2B84B"/>
                </a:solidFill>
              </a:defRPr>
            </a:defPPr>
            <a:lvl1pPr algn="ctr">
              <a:defRPr sz="900" b="1">
                <a:solidFill>
                  <a:srgbClr val="F2B84B"/>
                </a:solidFill>
              </a:defRPr>
            </a:lvl1pPr>
            <a:lvl2pPr algn="ctr">
              <a:defRPr sz="900" b="1">
                <a:solidFill>
                  <a:srgbClr val="F2B84B"/>
                </a:solidFill>
              </a:defRPr>
            </a:lvl2pPr>
            <a:lvl3pPr algn="ctr">
              <a:defRPr sz="900" b="1">
                <a:solidFill>
                  <a:srgbClr val="F2B84B"/>
                </a:solidFill>
              </a:defRPr>
            </a:lvl3pPr>
            <a:lvl4pPr algn="ctr">
              <a:defRPr sz="900" b="1">
                <a:solidFill>
                  <a:srgbClr val="F2B84B"/>
                </a:solidFill>
              </a:defRPr>
            </a:lvl4pPr>
            <a:lvl5pPr algn="ctr">
              <a:defRPr sz="900" b="1">
                <a:solidFill>
                  <a:srgbClr val="F2B84B"/>
                </a:solidFill>
              </a:defRPr>
            </a:lvl5pPr>
            <a:lvl6pPr algn="ctr">
              <a:defRPr sz="900" b="1">
                <a:solidFill>
                  <a:srgbClr val="F2B84B"/>
                </a:solidFill>
              </a:defRPr>
            </a:lvl6pPr>
            <a:lvl7pPr algn="ctr">
              <a:defRPr sz="900" b="1">
                <a:solidFill>
                  <a:srgbClr val="F2B84B"/>
                </a:solidFill>
              </a:defRPr>
            </a:lvl7pPr>
            <a:lvl8pPr algn="ctr">
              <a:defRPr sz="900" b="1">
                <a:solidFill>
                  <a:srgbClr val="F2B84B"/>
                </a:solidFill>
              </a:defRPr>
            </a:lvl8pPr>
            <a:lvl9pPr algn="ctr">
              <a:defRPr sz="900" b="1">
                <a:solidFill>
                  <a:srgbClr val="F2B84B"/>
                </a:solidFill>
              </a:defRPr>
            </a:lvl9pPr>
          </a:lstStyle>
          <a:p xmlns:a="http://schemas.openxmlformats.org/drawingml/2006/main">
            <a:pPr algn="ctr">
              <a:defRPr sz="900" b="1">
                <a:solidFill>
                  <a:srgbClr val="F2B84B"/>
                </a:solidFill>
              </a:defRPr>
            </a:pPr>
            <a:r>
              <a:rPr sz="900" b="1">
                <a:solidFill>
                  <a:srgbClr val="F2B84B"/>
                </a:solidFill>
              </a:rPr>
              <a:t>PREDICTION</a:t>
            </a:r>
          </a:p>
        </p:txBody>
      </p:sp>
      <p:sp>
        <p:nvSpPr>
          <p:cNvPr id="22" name="">
            <a:extLst xmlns:a="http://schemas.openxmlformats.org/drawingml/2006/main">
              <a:ext uri="{FF2B5EF4-FFF2-40B4-BE49-F238E27FC236}">
                <a16:creationId xmlns:a16="http://schemas.microsoft.com/office/drawing/2014/main" id="{E9B062A5-F5A5-4B05-87F5-285FA8868F6F}"/>
              </a:ext>
            </a:extLst>
          </p:cNvPr>
          <p:cNvSpPr>
            <a:spLocks xmlns:a="http://schemas.openxmlformats.org/drawingml/2006/main" noGrp="1"/>
          </p:cNvSpPr>
          <p:nvPr/>
        </p:nvSpPr>
        <p:spPr>
          <a:xfrm xmlns:a="http://schemas.openxmlformats.org/drawingml/2006/main">
            <a:off x="9525000" y="539115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650" b="1">
                <a:solidFill>
                  <a:srgbClr val="FFFFFF"/>
                </a:solidFill>
              </a:defRPr>
            </a:defPPr>
            <a:lvl1pPr algn="ctr">
              <a:defRPr sz="1650" b="1">
                <a:solidFill>
                  <a:srgbClr val="FFFFFF"/>
                </a:solidFill>
              </a:defRPr>
            </a:lvl1pPr>
            <a:lvl2pPr algn="ctr">
              <a:defRPr sz="1650" b="1">
                <a:solidFill>
                  <a:srgbClr val="FFFFFF"/>
                </a:solidFill>
              </a:defRPr>
            </a:lvl2pPr>
            <a:lvl3pPr algn="ctr">
              <a:defRPr sz="1650" b="1">
                <a:solidFill>
                  <a:srgbClr val="FFFFFF"/>
                </a:solidFill>
              </a:defRPr>
            </a:lvl3pPr>
            <a:lvl4pPr algn="ctr">
              <a:defRPr sz="1650" b="1">
                <a:solidFill>
                  <a:srgbClr val="FFFFFF"/>
                </a:solidFill>
              </a:defRPr>
            </a:lvl4pPr>
            <a:lvl5pPr algn="ctr">
              <a:defRPr sz="1650" b="1">
                <a:solidFill>
                  <a:srgbClr val="FFFFFF"/>
                </a:solidFill>
              </a:defRPr>
            </a:lvl5pPr>
            <a:lvl6pPr algn="ctr">
              <a:defRPr sz="1650" b="1">
                <a:solidFill>
                  <a:srgbClr val="FFFFFF"/>
                </a:solidFill>
              </a:defRPr>
            </a:lvl6pPr>
            <a:lvl7pPr algn="ctr">
              <a:defRPr sz="1650" b="1">
                <a:solidFill>
                  <a:srgbClr val="FFFFFF"/>
                </a:solidFill>
              </a:defRPr>
            </a:lvl7pPr>
            <a:lvl8pPr algn="ctr">
              <a:defRPr sz="1650" b="1">
                <a:solidFill>
                  <a:srgbClr val="FFFFFF"/>
                </a:solidFill>
              </a:defRPr>
            </a:lvl8pPr>
            <a:lvl9pPr algn="ctr">
              <a:defRPr sz="1650" b="1">
                <a:solidFill>
                  <a:srgbClr val="FFFFFF"/>
                </a:solidFill>
              </a:defRPr>
            </a:lvl9pPr>
          </a:lstStyle>
          <a:p xmlns:a="http://schemas.openxmlformats.org/drawingml/2006/main">
            <a:pPr algn="ctr">
              <a:defRPr sz="1650" b="1">
                <a:solidFill>
                  <a:srgbClr val="FFFFFF"/>
                </a:solidFill>
              </a:defRPr>
            </a:pPr>
            <a:r>
              <a:rPr sz="1650" b="1">
                <a:solidFill>
                  <a:srgbClr val="FFFFFF"/>
                </a:solidFill>
              </a:rPr>
              <a:t>SPAM</a:t>
            </a:r>
          </a:p>
        </p:txBody>
      </p:sp>
    </p:spTree>
    <p:extLst>
      <p:ext uri="{BB962C8B-B14F-4D97-AF65-F5344CB8AC3E}">
        <p14:creationId xmlns:p14="http://schemas.microsoft.com/office/powerpoint/2010/main" val="1700240192"/>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58F9642-1460-4B79-B456-DE923625D3A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C9A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F4AE02-CB5D-48D0-BEF1-C1C6597624B8}"/>
              </a:ext>
            </a:extLst>
          </p:cNvPr>
          <p:cNvSpPr>
            <a:spLocks xmlns:a="http://schemas.openxmlformats.org/drawingml/2006/main" noGrp="1"/>
          </p:cNvSpPr>
          <p:nvPr/>
        </p:nvSpPr>
        <p:spPr>
          <a:xfrm xmlns:a="http://schemas.openxmlformats.org/drawingml/2006/main">
            <a:off x="628650" y="3619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0243A"/>
                </a:solidFill>
              </a:defRPr>
            </a:defPPr>
            <a:lvl1pPr algn="l">
              <a:defRPr sz="2550" b="1">
                <a:solidFill>
                  <a:srgbClr val="10243A"/>
                </a:solidFill>
              </a:defRPr>
            </a:lvl1pPr>
            <a:lvl2pPr algn="l">
              <a:defRPr sz="2550" b="1">
                <a:solidFill>
                  <a:srgbClr val="10243A"/>
                </a:solidFill>
              </a:defRPr>
            </a:lvl2pPr>
            <a:lvl3pPr algn="l">
              <a:defRPr sz="2550" b="1">
                <a:solidFill>
                  <a:srgbClr val="10243A"/>
                </a:solidFill>
              </a:defRPr>
            </a:lvl3pPr>
            <a:lvl4pPr algn="l">
              <a:defRPr sz="2550" b="1">
                <a:solidFill>
                  <a:srgbClr val="10243A"/>
                </a:solidFill>
              </a:defRPr>
            </a:lvl4pPr>
            <a:lvl5pPr algn="l">
              <a:defRPr sz="2550" b="1">
                <a:solidFill>
                  <a:srgbClr val="10243A"/>
                </a:solidFill>
              </a:defRPr>
            </a:lvl5pPr>
            <a:lvl6pPr algn="l">
              <a:defRPr sz="2550" b="1">
                <a:solidFill>
                  <a:srgbClr val="10243A"/>
                </a:solidFill>
              </a:defRPr>
            </a:lvl6pPr>
            <a:lvl7pPr algn="l">
              <a:defRPr sz="2550" b="1">
                <a:solidFill>
                  <a:srgbClr val="10243A"/>
                </a:solidFill>
              </a:defRPr>
            </a:lvl7pPr>
            <a:lvl8pPr algn="l">
              <a:defRPr sz="2550" b="1">
                <a:solidFill>
                  <a:srgbClr val="10243A"/>
                </a:solidFill>
              </a:defRPr>
            </a:lvl8pPr>
            <a:lvl9pPr algn="l">
              <a:defRPr sz="2550" b="1">
                <a:solidFill>
                  <a:srgbClr val="10243A"/>
                </a:solidFill>
              </a:defRPr>
            </a:lvl9pPr>
          </a:lstStyle>
          <a:p xmlns:a="http://schemas.openxmlformats.org/drawingml/2006/main">
            <a:pPr algn="l">
              <a:defRPr sz="2550" b="1">
                <a:solidFill>
                  <a:srgbClr val="10243A"/>
                </a:solidFill>
              </a:defRPr>
            </a:pPr>
            <a:r>
              <a:rPr sz="2550" b="1">
                <a:solidFill>
                  <a:srgbClr val="10243A"/>
                </a:solidFill>
              </a:rPr>
              <a:t>From notebook code to mobile filtering</a:t>
            </a:r>
          </a:p>
        </p:txBody>
      </p:sp>
      <p:sp>
        <p:nvSpPr>
          <p:cNvPr id="3" name="">
            <a:extLst xmlns:a="http://schemas.openxmlformats.org/drawingml/2006/main">
              <a:ext uri="{FF2B5EF4-FFF2-40B4-BE49-F238E27FC236}">
                <a16:creationId xmlns:a16="http://schemas.microsoft.com/office/drawing/2014/main" id="{E30C3209-9772-478F-962E-91B7840C1A6A}"/>
              </a:ext>
            </a:extLst>
          </p:cNvPr>
          <p:cNvSpPr>
            <a:spLocks xmlns:a="http://schemas.openxmlformats.org/drawingml/2006/main" noGrp="1"/>
          </p:cNvSpPr>
          <p:nvPr/>
        </p:nvSpPr>
        <p:spPr>
          <a:xfrm xmlns:a="http://schemas.openxmlformats.org/drawingml/2006/main">
            <a:off x="628650" y="981075"/>
            <a:ext cx="10934700" cy="0"/>
          </a:xfrm>
          <a:prstGeom xmlns:a="http://schemas.openxmlformats.org/drawingml/2006/main" prst="line">
            <a:avLst/>
          </a:prstGeom>
          <a:noFill xmlns:a="http://schemas.openxmlformats.org/drawingml/2006/main"/>
          <a:ln xmlns:a="http://schemas.openxmlformats.org/drawingml/2006/main" w="12383">
            <a:solidFill>
              <a:srgbClr val="D9E3E9"/>
            </a:solidFill>
            <a:prstDash val="solid"/>
          </a:ln>
        </p:spPr>
      </p:sp>
      <p:sp>
        <p:nvSpPr>
          <p:cNvPr id="4" name="">
            <a:extLst xmlns:a="http://schemas.openxmlformats.org/drawingml/2006/main">
              <a:ext uri="{FF2B5EF4-FFF2-40B4-BE49-F238E27FC236}">
                <a16:creationId xmlns:a16="http://schemas.microsoft.com/office/drawing/2014/main" id="{C0E211F3-5B07-40DB-AB80-7C5D370FE040}"/>
              </a:ext>
            </a:extLst>
          </p:cNvPr>
          <p:cNvSpPr>
            <a:spLocks xmlns:a="http://schemas.openxmlformats.org/drawingml/2006/main" noGrp="1"/>
          </p:cNvSpPr>
          <p:nvPr/>
        </p:nvSpPr>
        <p:spPr>
          <a:xfrm xmlns:a="http://schemas.openxmlformats.org/drawingml/2006/main">
            <a:off x="628650" y="6448425"/>
            <a:ext cx="923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00" b="1">
                <a:solidFill>
                  <a:srgbClr val="587087"/>
                </a:solidFill>
              </a:defRPr>
            </a:defPPr>
            <a:lvl1pPr algn="l">
              <a:defRPr sz="900" b="1">
                <a:solidFill>
                  <a:srgbClr val="587087"/>
                </a:solidFill>
              </a:defRPr>
            </a:lvl1pPr>
            <a:lvl2pPr algn="l">
              <a:defRPr sz="900" b="1">
                <a:solidFill>
                  <a:srgbClr val="587087"/>
                </a:solidFill>
              </a:defRPr>
            </a:lvl2pPr>
            <a:lvl3pPr algn="l">
              <a:defRPr sz="900" b="1">
                <a:solidFill>
                  <a:srgbClr val="587087"/>
                </a:solidFill>
              </a:defRPr>
            </a:lvl3pPr>
            <a:lvl4pPr algn="l">
              <a:defRPr sz="900" b="1">
                <a:solidFill>
                  <a:srgbClr val="587087"/>
                </a:solidFill>
              </a:defRPr>
            </a:lvl4pPr>
            <a:lvl5pPr algn="l">
              <a:defRPr sz="900" b="1">
                <a:solidFill>
                  <a:srgbClr val="587087"/>
                </a:solidFill>
              </a:defRPr>
            </a:lvl5pPr>
            <a:lvl6pPr algn="l">
              <a:defRPr sz="900" b="1">
                <a:solidFill>
                  <a:srgbClr val="587087"/>
                </a:solidFill>
              </a:defRPr>
            </a:lvl6pPr>
            <a:lvl7pPr algn="l">
              <a:defRPr sz="900" b="1">
                <a:solidFill>
                  <a:srgbClr val="587087"/>
                </a:solidFill>
              </a:defRPr>
            </a:lvl7pPr>
            <a:lvl8pPr algn="l">
              <a:defRPr sz="900" b="1">
                <a:solidFill>
                  <a:srgbClr val="587087"/>
                </a:solidFill>
              </a:defRPr>
            </a:lvl8pPr>
            <a:lvl9pPr algn="l">
              <a:defRPr sz="900" b="1">
                <a:solidFill>
                  <a:srgbClr val="587087"/>
                </a:solidFill>
              </a:defRPr>
            </a:lvl9pPr>
          </a:lstStyle>
          <a:p xmlns:a="http://schemas.openxmlformats.org/drawingml/2006/main">
            <a:pPr algn="l">
              <a:defRPr sz="900" b="1">
                <a:solidFill>
                  <a:srgbClr val="587087"/>
                </a:solidFill>
              </a:defRPr>
            </a:pPr>
            <a:r>
              <a:rPr sz="900" b="1">
                <a:solidFill>
                  <a:srgbClr val="587087"/>
                </a:solidFill>
              </a:rPr>
              <a:t>SHIKHAR AASAL  •  26BDA70036  •  BDS-111 (A)  •  AI APPLICATIONS</a:t>
            </a:r>
          </a:p>
        </p:txBody>
      </p:sp>
      <p:sp>
        <p:nvSpPr>
          <p:cNvPr id="5" name="">
            <a:extLst xmlns:a="http://schemas.openxmlformats.org/drawingml/2006/main">
              <a:ext uri="{FF2B5EF4-FFF2-40B4-BE49-F238E27FC236}">
                <a16:creationId xmlns:a16="http://schemas.microsoft.com/office/drawing/2014/main" id="{96D81488-887D-4A21-8EFB-D29F225B1168}"/>
              </a:ext>
            </a:extLst>
          </p:cNvPr>
          <p:cNvSpPr>
            <a:spLocks xmlns:a="http://schemas.openxmlformats.org/drawingml/2006/main" noGrp="1"/>
          </p:cNvSpPr>
          <p:nvPr/>
        </p:nvSpPr>
        <p:spPr>
          <a:xfrm xmlns:a="http://schemas.openxmlformats.org/drawingml/2006/main">
            <a:off x="11144250" y="640080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1C9A91"/>
                </a:solidFill>
              </a:defRPr>
            </a:defPPr>
            <a:lvl1pPr algn="r">
              <a:defRPr sz="1125" b="1">
                <a:solidFill>
                  <a:srgbClr val="1C9A91"/>
                </a:solidFill>
              </a:defRPr>
            </a:lvl1pPr>
            <a:lvl2pPr algn="r">
              <a:defRPr sz="1125" b="1">
                <a:solidFill>
                  <a:srgbClr val="1C9A91"/>
                </a:solidFill>
              </a:defRPr>
            </a:lvl2pPr>
            <a:lvl3pPr algn="r">
              <a:defRPr sz="1125" b="1">
                <a:solidFill>
                  <a:srgbClr val="1C9A91"/>
                </a:solidFill>
              </a:defRPr>
            </a:lvl3pPr>
            <a:lvl4pPr algn="r">
              <a:defRPr sz="1125" b="1">
                <a:solidFill>
                  <a:srgbClr val="1C9A91"/>
                </a:solidFill>
              </a:defRPr>
            </a:lvl4pPr>
            <a:lvl5pPr algn="r">
              <a:defRPr sz="1125" b="1">
                <a:solidFill>
                  <a:srgbClr val="1C9A91"/>
                </a:solidFill>
              </a:defRPr>
            </a:lvl5pPr>
            <a:lvl6pPr algn="r">
              <a:defRPr sz="1125" b="1">
                <a:solidFill>
                  <a:srgbClr val="1C9A91"/>
                </a:solidFill>
              </a:defRPr>
            </a:lvl6pPr>
            <a:lvl7pPr algn="r">
              <a:defRPr sz="1125" b="1">
                <a:solidFill>
                  <a:srgbClr val="1C9A91"/>
                </a:solidFill>
              </a:defRPr>
            </a:lvl7pPr>
            <a:lvl8pPr algn="r">
              <a:defRPr sz="1125" b="1">
                <a:solidFill>
                  <a:srgbClr val="1C9A91"/>
                </a:solidFill>
              </a:defRPr>
            </a:lvl8pPr>
            <a:lvl9pPr algn="r">
              <a:defRPr sz="1125" b="1">
                <a:solidFill>
                  <a:srgbClr val="1C9A91"/>
                </a:solidFill>
              </a:defRPr>
            </a:lvl9pPr>
          </a:lstStyle>
          <a:p xmlns:a="http://schemas.openxmlformats.org/drawingml/2006/main">
            <a:pPr algn="r">
              <a:defRPr sz="1125" b="1">
                <a:solidFill>
                  <a:srgbClr val="1C9A91"/>
                </a:solidFill>
              </a:defRPr>
            </a:pPr>
            <a:r>
              <a:rPr sz="1125" b="1">
                <a:solidFill>
                  <a:srgbClr val="1C9A91"/>
                </a:solidFill>
              </a:rPr>
              <a:t>07</a:t>
            </a:r>
          </a:p>
        </p:txBody>
      </p:sp>
      <p:sp>
        <p:nvSpPr>
          <p:cNvPr id="6" name="">
            <a:extLst xmlns:a="http://schemas.openxmlformats.org/drawingml/2006/main">
              <a:ext uri="{FF2B5EF4-FFF2-40B4-BE49-F238E27FC236}">
                <a16:creationId xmlns:a16="http://schemas.microsoft.com/office/drawing/2014/main" id="{777346C6-607B-483C-89FC-18EF3CD881D6}"/>
              </a:ext>
            </a:extLst>
          </p:cNvPr>
          <p:cNvSpPr>
            <a:spLocks xmlns:a="http://schemas.openxmlformats.org/drawingml/2006/main" noGrp="1"/>
          </p:cNvSpPr>
          <p:nvPr/>
        </p:nvSpPr>
        <p:spPr>
          <a:xfrm xmlns:a="http://schemas.openxmlformats.org/drawingml/2006/main">
            <a:off x="666750" y="1152525"/>
            <a:ext cx="733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87087"/>
                </a:solidFill>
              </a:defRPr>
            </a:defPPr>
            <a:lvl1pPr algn="l">
              <a:defRPr sz="1425" b="0">
                <a:solidFill>
                  <a:srgbClr val="587087"/>
                </a:solidFill>
              </a:defRPr>
            </a:lvl1pPr>
            <a:lvl2pPr algn="l">
              <a:defRPr sz="1425" b="0">
                <a:solidFill>
                  <a:srgbClr val="587087"/>
                </a:solidFill>
              </a:defRPr>
            </a:lvl2pPr>
            <a:lvl3pPr algn="l">
              <a:defRPr sz="1425" b="0">
                <a:solidFill>
                  <a:srgbClr val="587087"/>
                </a:solidFill>
              </a:defRPr>
            </a:lvl3pPr>
            <a:lvl4pPr algn="l">
              <a:defRPr sz="1425" b="0">
                <a:solidFill>
                  <a:srgbClr val="587087"/>
                </a:solidFill>
              </a:defRPr>
            </a:lvl4pPr>
            <a:lvl5pPr algn="l">
              <a:defRPr sz="1425" b="0">
                <a:solidFill>
                  <a:srgbClr val="587087"/>
                </a:solidFill>
              </a:defRPr>
            </a:lvl5pPr>
            <a:lvl6pPr algn="l">
              <a:defRPr sz="1425" b="0">
                <a:solidFill>
                  <a:srgbClr val="587087"/>
                </a:solidFill>
              </a:defRPr>
            </a:lvl6pPr>
            <a:lvl7pPr algn="l">
              <a:defRPr sz="1425" b="0">
                <a:solidFill>
                  <a:srgbClr val="587087"/>
                </a:solidFill>
              </a:defRPr>
            </a:lvl7pPr>
            <a:lvl8pPr algn="l">
              <a:defRPr sz="1425" b="0">
                <a:solidFill>
                  <a:srgbClr val="587087"/>
                </a:solidFill>
              </a:defRPr>
            </a:lvl8pPr>
            <a:lvl9pPr algn="l">
              <a:defRPr sz="1425" b="0">
                <a:solidFill>
                  <a:srgbClr val="587087"/>
                </a:solidFill>
              </a:defRPr>
            </a:lvl9pPr>
          </a:lstStyle>
          <a:p xmlns:a="http://schemas.openxmlformats.org/drawingml/2006/main">
            <a:pPr algn="l">
              <a:defRPr sz="1425" b="0">
                <a:solidFill>
                  <a:srgbClr val="587087"/>
                </a:solidFill>
              </a:defRPr>
            </a:pPr>
            <a:r>
              <a:rPr sz="1425" b="0">
                <a:solidFill>
                  <a:srgbClr val="587087"/>
                </a:solidFill>
              </a:rPr>
              <a:t>The implementation is a compact scikit-learn pipeline</a:t>
            </a:r>
          </a:p>
        </p:txBody>
      </p:sp>
      <p:sp>
        <p:nvSpPr>
          <p:cNvPr id="7" name="">
            <a:extLst xmlns:a="http://schemas.openxmlformats.org/drawingml/2006/main">
              <a:ext uri="{FF2B5EF4-FFF2-40B4-BE49-F238E27FC236}">
                <a16:creationId xmlns:a16="http://schemas.microsoft.com/office/drawing/2014/main" id="{FCF7E1A8-EE2A-4E4E-B9A9-A4854D42F196}"/>
              </a:ext>
            </a:extLst>
          </p:cNvPr>
          <p:cNvSpPr>
            <a:spLocks xmlns:a="http://schemas.openxmlformats.org/drawingml/2006/main" noGrp="1"/>
          </p:cNvSpPr>
          <p:nvPr/>
        </p:nvSpPr>
        <p:spPr>
          <a:xfrm xmlns:a="http://schemas.openxmlformats.org/drawingml/2006/main">
            <a:off x="666750" y="1657350"/>
            <a:ext cx="6477000" cy="3581400"/>
          </a:xfrm>
          <a:prstGeom xmlns:a="http://schemas.openxmlformats.org/drawingml/2006/main" prst="roundRect">
            <a:avLst>
              <a:gd name="adj" fmla="val 2128"/>
            </a:avLst>
          </a:prstGeom>
          <a:solidFill xmlns:a="http://schemas.openxmlformats.org/drawingml/2006/main">
            <a:srgbClr val="0C182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ABC7731-CA2F-48C7-9C6C-D651F18D3E99}"/>
              </a:ext>
            </a:extLst>
          </p:cNvPr>
          <p:cNvSpPr>
            <a:spLocks xmlns:a="http://schemas.openxmlformats.org/drawingml/2006/main" noGrp="1"/>
          </p:cNvSpPr>
          <p:nvPr/>
        </p:nvSpPr>
        <p:spPr>
          <a:xfrm xmlns:a="http://schemas.openxmlformats.org/drawingml/2006/main">
            <a:off x="666750" y="1657350"/>
            <a:ext cx="6477000" cy="361950"/>
          </a:xfrm>
          <a:prstGeom xmlns:a="http://schemas.openxmlformats.org/drawingml/2006/main" prst="rect">
            <a:avLst/>
          </a:prstGeom>
          <a:solidFill xmlns:a="http://schemas.openxmlformats.org/drawingml/2006/main">
            <a:srgbClr val="1729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5B5DB50-2A96-44E8-A821-5D67AEF61435}"/>
              </a:ext>
            </a:extLst>
          </p:cNvPr>
          <p:cNvSpPr>
            <a:spLocks xmlns:a="http://schemas.openxmlformats.org/drawingml/2006/main" noGrp="1"/>
          </p:cNvSpPr>
          <p:nvPr/>
        </p:nvSpPr>
        <p:spPr>
          <a:xfrm xmlns:a="http://schemas.openxmlformats.org/drawingml/2006/main">
            <a:off x="819150" y="1790700"/>
            <a:ext cx="95250" cy="95250"/>
          </a:xfrm>
          <a:prstGeom xmlns:a="http://schemas.openxmlformats.org/drawingml/2006/main" prst="ellipse">
            <a:avLst/>
          </a:prstGeom>
          <a:solidFill xmlns:a="http://schemas.openxmlformats.org/drawingml/2006/main">
            <a:srgbClr val="E8867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D6AC919-9F20-464F-9E06-0AD50518ED59}"/>
              </a:ext>
            </a:extLst>
          </p:cNvPr>
          <p:cNvSpPr>
            <a:spLocks xmlns:a="http://schemas.openxmlformats.org/drawingml/2006/main" noGrp="1"/>
          </p:cNvSpPr>
          <p:nvPr/>
        </p:nvSpPr>
        <p:spPr>
          <a:xfrm xmlns:a="http://schemas.openxmlformats.org/drawingml/2006/main">
            <a:off x="1000125" y="1790700"/>
            <a:ext cx="95250" cy="95250"/>
          </a:xfrm>
          <a:prstGeom xmlns:a="http://schemas.openxmlformats.org/drawingml/2006/main" prst="ellipse">
            <a:avLst/>
          </a:prstGeom>
          <a:solidFill xmlns:a="http://schemas.openxmlformats.org/drawingml/2006/main">
            <a:srgbClr val="EAC6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17CA44E-B752-495F-BF08-69F573099EB9}"/>
              </a:ext>
            </a:extLst>
          </p:cNvPr>
          <p:cNvSpPr>
            <a:spLocks xmlns:a="http://schemas.openxmlformats.org/drawingml/2006/main" noGrp="1"/>
          </p:cNvSpPr>
          <p:nvPr/>
        </p:nvSpPr>
        <p:spPr>
          <a:xfrm xmlns:a="http://schemas.openxmlformats.org/drawingml/2006/main">
            <a:off x="1181100" y="1790700"/>
            <a:ext cx="95250" cy="95250"/>
          </a:xfrm>
          <a:prstGeom xmlns:a="http://schemas.openxmlformats.org/drawingml/2006/main" prst="ellipse">
            <a:avLst/>
          </a:prstGeom>
          <a:solidFill xmlns:a="http://schemas.openxmlformats.org/drawingml/2006/main">
            <a:srgbClr val="70C3A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5C226CD-5FDA-4E2B-9F8D-CF9652AD3D8F}"/>
              </a:ext>
            </a:extLst>
          </p:cNvPr>
          <p:cNvSpPr>
            <a:spLocks xmlns:a="http://schemas.openxmlformats.org/drawingml/2006/main" noGrp="1"/>
          </p:cNvSpPr>
          <p:nvPr/>
        </p:nvSpPr>
        <p:spPr>
          <a:xfrm xmlns:a="http://schemas.openxmlformats.org/drawingml/2006/main">
            <a:off x="1495425" y="1714500"/>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0">
                <a:solidFill>
                  <a:srgbClr val="B8CBD9"/>
                </a:solidFill>
              </a:defRPr>
            </a:defPPr>
            <a:lvl1pPr algn="l">
              <a:defRPr sz="975" b="0">
                <a:solidFill>
                  <a:srgbClr val="B8CBD9"/>
                </a:solidFill>
              </a:defRPr>
            </a:lvl1pPr>
            <a:lvl2pPr algn="l">
              <a:defRPr sz="975" b="0">
                <a:solidFill>
                  <a:srgbClr val="B8CBD9"/>
                </a:solidFill>
              </a:defRPr>
            </a:lvl2pPr>
            <a:lvl3pPr algn="l">
              <a:defRPr sz="975" b="0">
                <a:solidFill>
                  <a:srgbClr val="B8CBD9"/>
                </a:solidFill>
              </a:defRPr>
            </a:lvl3pPr>
            <a:lvl4pPr algn="l">
              <a:defRPr sz="975" b="0">
                <a:solidFill>
                  <a:srgbClr val="B8CBD9"/>
                </a:solidFill>
              </a:defRPr>
            </a:lvl4pPr>
            <a:lvl5pPr algn="l">
              <a:defRPr sz="975" b="0">
                <a:solidFill>
                  <a:srgbClr val="B8CBD9"/>
                </a:solidFill>
              </a:defRPr>
            </a:lvl5pPr>
            <a:lvl6pPr algn="l">
              <a:defRPr sz="975" b="0">
                <a:solidFill>
                  <a:srgbClr val="B8CBD9"/>
                </a:solidFill>
              </a:defRPr>
            </a:lvl6pPr>
            <a:lvl7pPr algn="l">
              <a:defRPr sz="975" b="0">
                <a:solidFill>
                  <a:srgbClr val="B8CBD9"/>
                </a:solidFill>
              </a:defRPr>
            </a:lvl7pPr>
            <a:lvl8pPr algn="l">
              <a:defRPr sz="975" b="0">
                <a:solidFill>
                  <a:srgbClr val="B8CBD9"/>
                </a:solidFill>
              </a:defRPr>
            </a:lvl8pPr>
            <a:lvl9pPr algn="l">
              <a:defRPr sz="975" b="0">
                <a:solidFill>
                  <a:srgbClr val="B8CBD9"/>
                </a:solidFill>
              </a:defRPr>
            </a:lvl9pPr>
          </a:lstStyle>
          <a:p xmlns:a="http://schemas.openxmlformats.org/drawingml/2006/main">
            <a:pPr algn="l">
              <a:defRPr sz="975" b="0">
                <a:solidFill>
                  <a:srgbClr val="B8CBD9"/>
                </a:solidFill>
              </a:defRPr>
            </a:pPr>
            <a:r>
              <a:rPr sz="975" b="0">
                <a:solidFill>
                  <a:srgbClr val="B8CBD9"/>
                </a:solidFill>
              </a:rPr>
              <a:t>spam_filter.py  |  model training</a:t>
            </a:r>
          </a:p>
        </p:txBody>
      </p:sp>
      <p:sp>
        <p:nvSpPr>
          <p:cNvPr id="13" name="">
            <a:extLst xmlns:a="http://schemas.openxmlformats.org/drawingml/2006/main">
              <a:ext uri="{FF2B5EF4-FFF2-40B4-BE49-F238E27FC236}">
                <a16:creationId xmlns:a16="http://schemas.microsoft.com/office/drawing/2014/main" id="{ADF7BBC0-F9DB-499B-A065-2649B931D1C4}"/>
              </a:ext>
            </a:extLst>
          </p:cNvPr>
          <p:cNvSpPr>
            <a:spLocks xmlns:a="http://schemas.openxmlformats.org/drawingml/2006/main" noGrp="1"/>
          </p:cNvSpPr>
          <p:nvPr/>
        </p:nvSpPr>
        <p:spPr>
          <a:xfrm xmlns:a="http://schemas.openxmlformats.org/drawingml/2006/main">
            <a:off x="904875" y="2200275"/>
            <a:ext cx="5953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8CB8FF"/>
                </a:solidFill>
              </a:defRPr>
            </a:defPPr>
            <a:lvl1pPr algn="l">
              <a:defRPr sz="1125" b="0">
                <a:solidFill>
                  <a:srgbClr val="8CB8FF"/>
                </a:solidFill>
              </a:defRPr>
            </a:lvl1pPr>
            <a:lvl2pPr algn="l">
              <a:defRPr sz="1125" b="0">
                <a:solidFill>
                  <a:srgbClr val="8CB8FF"/>
                </a:solidFill>
              </a:defRPr>
            </a:lvl2pPr>
            <a:lvl3pPr algn="l">
              <a:defRPr sz="1125" b="0">
                <a:solidFill>
                  <a:srgbClr val="8CB8FF"/>
                </a:solidFill>
              </a:defRPr>
            </a:lvl3pPr>
            <a:lvl4pPr algn="l">
              <a:defRPr sz="1125" b="0">
                <a:solidFill>
                  <a:srgbClr val="8CB8FF"/>
                </a:solidFill>
              </a:defRPr>
            </a:lvl4pPr>
            <a:lvl5pPr algn="l">
              <a:defRPr sz="1125" b="0">
                <a:solidFill>
                  <a:srgbClr val="8CB8FF"/>
                </a:solidFill>
              </a:defRPr>
            </a:lvl5pPr>
            <a:lvl6pPr algn="l">
              <a:defRPr sz="1125" b="0">
                <a:solidFill>
                  <a:srgbClr val="8CB8FF"/>
                </a:solidFill>
              </a:defRPr>
            </a:lvl6pPr>
            <a:lvl7pPr algn="l">
              <a:defRPr sz="1125" b="0">
                <a:solidFill>
                  <a:srgbClr val="8CB8FF"/>
                </a:solidFill>
              </a:defRPr>
            </a:lvl7pPr>
            <a:lvl8pPr algn="l">
              <a:defRPr sz="1125" b="0">
                <a:solidFill>
                  <a:srgbClr val="8CB8FF"/>
                </a:solidFill>
              </a:defRPr>
            </a:lvl8pPr>
            <a:lvl9pPr algn="l">
              <a:defRPr sz="1125" b="0">
                <a:solidFill>
                  <a:srgbClr val="8CB8FF"/>
                </a:solidFill>
              </a:defRPr>
            </a:lvl9pPr>
          </a:lstStyle>
          <a:p xmlns:a="http://schemas.openxmlformats.org/drawingml/2006/main">
            <a:pPr algn="l">
              <a:defRPr sz="1125" b="0">
                <a:solidFill>
                  <a:srgbClr val="8CB8FF"/>
                </a:solidFill>
              </a:defRPr>
            </a:pPr>
            <a:r>
              <a:rPr sz="1125" b="0">
                <a:solidFill>
                  <a:srgbClr val="8CB8FF"/>
                </a:solidFill>
              </a:rPr>
              <a:t>X_train, X_test, y_train, y_test = train_test_split(</a:t>
            </a:r>
          </a:p>
        </p:txBody>
      </p:sp>
      <p:sp>
        <p:nvSpPr>
          <p:cNvPr id="14" name="">
            <a:extLst xmlns:a="http://schemas.openxmlformats.org/drawingml/2006/main">
              <a:ext uri="{FF2B5EF4-FFF2-40B4-BE49-F238E27FC236}">
                <a16:creationId xmlns:a16="http://schemas.microsoft.com/office/drawing/2014/main" id="{6912F397-65E3-4C3E-BB52-40010029F621}"/>
              </a:ext>
            </a:extLst>
          </p:cNvPr>
          <p:cNvSpPr>
            <a:spLocks xmlns:a="http://schemas.openxmlformats.org/drawingml/2006/main" noGrp="1"/>
          </p:cNvSpPr>
          <p:nvPr/>
        </p:nvSpPr>
        <p:spPr>
          <a:xfrm xmlns:a="http://schemas.openxmlformats.org/drawingml/2006/main">
            <a:off x="904875" y="2457450"/>
            <a:ext cx="5953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D8E7F2"/>
                </a:solidFill>
              </a:defRPr>
            </a:defPPr>
            <a:lvl1pPr algn="l">
              <a:defRPr sz="1125" b="0">
                <a:solidFill>
                  <a:srgbClr val="D8E7F2"/>
                </a:solidFill>
              </a:defRPr>
            </a:lvl1pPr>
            <a:lvl2pPr algn="l">
              <a:defRPr sz="1125" b="0">
                <a:solidFill>
                  <a:srgbClr val="D8E7F2"/>
                </a:solidFill>
              </a:defRPr>
            </a:lvl2pPr>
            <a:lvl3pPr algn="l">
              <a:defRPr sz="1125" b="0">
                <a:solidFill>
                  <a:srgbClr val="D8E7F2"/>
                </a:solidFill>
              </a:defRPr>
            </a:lvl3pPr>
            <a:lvl4pPr algn="l">
              <a:defRPr sz="1125" b="0">
                <a:solidFill>
                  <a:srgbClr val="D8E7F2"/>
                </a:solidFill>
              </a:defRPr>
            </a:lvl4pPr>
            <a:lvl5pPr algn="l">
              <a:defRPr sz="1125" b="0">
                <a:solidFill>
                  <a:srgbClr val="D8E7F2"/>
                </a:solidFill>
              </a:defRPr>
            </a:lvl5pPr>
            <a:lvl6pPr algn="l">
              <a:defRPr sz="1125" b="0">
                <a:solidFill>
                  <a:srgbClr val="D8E7F2"/>
                </a:solidFill>
              </a:defRPr>
            </a:lvl6pPr>
            <a:lvl7pPr algn="l">
              <a:defRPr sz="1125" b="0">
                <a:solidFill>
                  <a:srgbClr val="D8E7F2"/>
                </a:solidFill>
              </a:defRPr>
            </a:lvl7pPr>
            <a:lvl8pPr algn="l">
              <a:defRPr sz="1125" b="0">
                <a:solidFill>
                  <a:srgbClr val="D8E7F2"/>
                </a:solidFill>
              </a:defRPr>
            </a:lvl8pPr>
            <a:lvl9pPr algn="l">
              <a:defRPr sz="1125" b="0">
                <a:solidFill>
                  <a:srgbClr val="D8E7F2"/>
                </a:solidFill>
              </a:defRPr>
            </a:lvl9pPr>
          </a:lstStyle>
          <a:p xmlns:a="http://schemas.openxmlformats.org/drawingml/2006/main">
            <a:pPr algn="l">
              <a:defRPr sz="1125" b="0">
                <a:solidFill>
                  <a:srgbClr val="D8E7F2"/>
                </a:solidFill>
              </a:defRPr>
            </a:pPr>
            <a:r>
              <a:rPr sz="1125" b="0">
                <a:solidFill>
                  <a:srgbClr val="D8E7F2"/>
                </a:solidFill>
              </a:rPr>
              <a:t>    X, y, test_size=0.20, random_state=42,</a:t>
            </a:r>
          </a:p>
        </p:txBody>
      </p:sp>
      <p:sp>
        <p:nvSpPr>
          <p:cNvPr id="15" name="">
            <a:extLst xmlns:a="http://schemas.openxmlformats.org/drawingml/2006/main">
              <a:ext uri="{FF2B5EF4-FFF2-40B4-BE49-F238E27FC236}">
                <a16:creationId xmlns:a16="http://schemas.microsoft.com/office/drawing/2014/main" id="{0D859B06-70E4-4242-A1B9-344FAF741B59}"/>
              </a:ext>
            </a:extLst>
          </p:cNvPr>
          <p:cNvSpPr>
            <a:spLocks xmlns:a="http://schemas.openxmlformats.org/drawingml/2006/main" noGrp="1"/>
          </p:cNvSpPr>
          <p:nvPr/>
        </p:nvSpPr>
        <p:spPr>
          <a:xfrm xmlns:a="http://schemas.openxmlformats.org/drawingml/2006/main">
            <a:off x="904875" y="2714625"/>
            <a:ext cx="5953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D8E7F2"/>
                </a:solidFill>
              </a:defRPr>
            </a:defPPr>
            <a:lvl1pPr algn="l">
              <a:defRPr sz="1125" b="0">
                <a:solidFill>
                  <a:srgbClr val="D8E7F2"/>
                </a:solidFill>
              </a:defRPr>
            </a:lvl1pPr>
            <a:lvl2pPr algn="l">
              <a:defRPr sz="1125" b="0">
                <a:solidFill>
                  <a:srgbClr val="D8E7F2"/>
                </a:solidFill>
              </a:defRPr>
            </a:lvl2pPr>
            <a:lvl3pPr algn="l">
              <a:defRPr sz="1125" b="0">
                <a:solidFill>
                  <a:srgbClr val="D8E7F2"/>
                </a:solidFill>
              </a:defRPr>
            </a:lvl3pPr>
            <a:lvl4pPr algn="l">
              <a:defRPr sz="1125" b="0">
                <a:solidFill>
                  <a:srgbClr val="D8E7F2"/>
                </a:solidFill>
              </a:defRPr>
            </a:lvl4pPr>
            <a:lvl5pPr algn="l">
              <a:defRPr sz="1125" b="0">
                <a:solidFill>
                  <a:srgbClr val="D8E7F2"/>
                </a:solidFill>
              </a:defRPr>
            </a:lvl5pPr>
            <a:lvl6pPr algn="l">
              <a:defRPr sz="1125" b="0">
                <a:solidFill>
                  <a:srgbClr val="D8E7F2"/>
                </a:solidFill>
              </a:defRPr>
            </a:lvl6pPr>
            <a:lvl7pPr algn="l">
              <a:defRPr sz="1125" b="0">
                <a:solidFill>
                  <a:srgbClr val="D8E7F2"/>
                </a:solidFill>
              </a:defRPr>
            </a:lvl7pPr>
            <a:lvl8pPr algn="l">
              <a:defRPr sz="1125" b="0">
                <a:solidFill>
                  <a:srgbClr val="D8E7F2"/>
                </a:solidFill>
              </a:defRPr>
            </a:lvl8pPr>
            <a:lvl9pPr algn="l">
              <a:defRPr sz="1125" b="0">
                <a:solidFill>
                  <a:srgbClr val="D8E7F2"/>
                </a:solidFill>
              </a:defRPr>
            </a:lvl9pPr>
          </a:lstStyle>
          <a:p xmlns:a="http://schemas.openxmlformats.org/drawingml/2006/main">
            <a:pPr algn="l">
              <a:defRPr sz="1125" b="0">
                <a:solidFill>
                  <a:srgbClr val="D8E7F2"/>
                </a:solidFill>
              </a:defRPr>
            </a:pPr>
            <a:r>
              <a:rPr sz="1125" b="0">
                <a:solidFill>
                  <a:srgbClr val="D8E7F2"/>
                </a:solidFill>
              </a:rPr>
              <a:t>    stratify=y)</a:t>
            </a:r>
          </a:p>
        </p:txBody>
      </p:sp>
      <p:sp>
        <p:nvSpPr>
          <p:cNvPr id="16" name="">
            <a:extLst xmlns:a="http://schemas.openxmlformats.org/drawingml/2006/main">
              <a:ext uri="{FF2B5EF4-FFF2-40B4-BE49-F238E27FC236}">
                <a16:creationId xmlns:a16="http://schemas.microsoft.com/office/drawing/2014/main" id="{34D5ECCE-7B80-4B80-B804-A4D3BA4FADB7}"/>
              </a:ext>
            </a:extLst>
          </p:cNvPr>
          <p:cNvSpPr>
            <a:spLocks xmlns:a="http://schemas.openxmlformats.org/drawingml/2006/main" noGrp="1"/>
          </p:cNvSpPr>
          <p:nvPr/>
        </p:nvSpPr>
        <p:spPr>
          <a:xfrm xmlns:a="http://schemas.openxmlformats.org/drawingml/2006/main">
            <a:off x="904875" y="2971800"/>
            <a:ext cx="5953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D8E7F2"/>
                </a:solidFill>
              </a:defRPr>
            </a:defPPr>
            <a:lvl1pPr algn="l">
              <a:defRPr sz="1125" b="0">
                <a:solidFill>
                  <a:srgbClr val="D8E7F2"/>
                </a:solidFill>
              </a:defRPr>
            </a:lvl1pPr>
            <a:lvl2pPr algn="l">
              <a:defRPr sz="1125" b="0">
                <a:solidFill>
                  <a:srgbClr val="D8E7F2"/>
                </a:solidFill>
              </a:defRPr>
            </a:lvl2pPr>
            <a:lvl3pPr algn="l">
              <a:defRPr sz="1125" b="0">
                <a:solidFill>
                  <a:srgbClr val="D8E7F2"/>
                </a:solidFill>
              </a:defRPr>
            </a:lvl3pPr>
            <a:lvl4pPr algn="l">
              <a:defRPr sz="1125" b="0">
                <a:solidFill>
                  <a:srgbClr val="D8E7F2"/>
                </a:solidFill>
              </a:defRPr>
            </a:lvl4pPr>
            <a:lvl5pPr algn="l">
              <a:defRPr sz="1125" b="0">
                <a:solidFill>
                  <a:srgbClr val="D8E7F2"/>
                </a:solidFill>
              </a:defRPr>
            </a:lvl5pPr>
            <a:lvl6pPr algn="l">
              <a:defRPr sz="1125" b="0">
                <a:solidFill>
                  <a:srgbClr val="D8E7F2"/>
                </a:solidFill>
              </a:defRPr>
            </a:lvl6pPr>
            <a:lvl7pPr algn="l">
              <a:defRPr sz="1125" b="0">
                <a:solidFill>
                  <a:srgbClr val="D8E7F2"/>
                </a:solidFill>
              </a:defRPr>
            </a:lvl7pPr>
            <a:lvl8pPr algn="l">
              <a:defRPr sz="1125" b="0">
                <a:solidFill>
                  <a:srgbClr val="D8E7F2"/>
                </a:solidFill>
              </a:defRPr>
            </a:lvl8pPr>
            <a:lvl9pPr algn="l">
              <a:defRPr sz="1125" b="0">
                <a:solidFill>
                  <a:srgbClr val="D8E7F2"/>
                </a:solidFill>
              </a:defRPr>
            </a:lvl9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707EC26B-2C1F-4087-9C81-EBC7739B0F93}"/>
              </a:ext>
            </a:extLst>
          </p:cNvPr>
          <p:cNvSpPr>
            <a:spLocks xmlns:a="http://schemas.openxmlformats.org/drawingml/2006/main" noGrp="1"/>
          </p:cNvSpPr>
          <p:nvPr/>
        </p:nvSpPr>
        <p:spPr>
          <a:xfrm xmlns:a="http://schemas.openxmlformats.org/drawingml/2006/main">
            <a:off x="904875" y="3228975"/>
            <a:ext cx="5953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8DD9B8"/>
                </a:solidFill>
              </a:defRPr>
            </a:defPPr>
            <a:lvl1pPr algn="l">
              <a:defRPr sz="1125" b="0">
                <a:solidFill>
                  <a:srgbClr val="8DD9B8"/>
                </a:solidFill>
              </a:defRPr>
            </a:lvl1pPr>
            <a:lvl2pPr algn="l">
              <a:defRPr sz="1125" b="0">
                <a:solidFill>
                  <a:srgbClr val="8DD9B8"/>
                </a:solidFill>
              </a:defRPr>
            </a:lvl2pPr>
            <a:lvl3pPr algn="l">
              <a:defRPr sz="1125" b="0">
                <a:solidFill>
                  <a:srgbClr val="8DD9B8"/>
                </a:solidFill>
              </a:defRPr>
            </a:lvl3pPr>
            <a:lvl4pPr algn="l">
              <a:defRPr sz="1125" b="0">
                <a:solidFill>
                  <a:srgbClr val="8DD9B8"/>
                </a:solidFill>
              </a:defRPr>
            </a:lvl4pPr>
            <a:lvl5pPr algn="l">
              <a:defRPr sz="1125" b="0">
                <a:solidFill>
                  <a:srgbClr val="8DD9B8"/>
                </a:solidFill>
              </a:defRPr>
            </a:lvl5pPr>
            <a:lvl6pPr algn="l">
              <a:defRPr sz="1125" b="0">
                <a:solidFill>
                  <a:srgbClr val="8DD9B8"/>
                </a:solidFill>
              </a:defRPr>
            </a:lvl6pPr>
            <a:lvl7pPr algn="l">
              <a:defRPr sz="1125" b="0">
                <a:solidFill>
                  <a:srgbClr val="8DD9B8"/>
                </a:solidFill>
              </a:defRPr>
            </a:lvl7pPr>
            <a:lvl8pPr algn="l">
              <a:defRPr sz="1125" b="0">
                <a:solidFill>
                  <a:srgbClr val="8DD9B8"/>
                </a:solidFill>
              </a:defRPr>
            </a:lvl8pPr>
            <a:lvl9pPr algn="l">
              <a:defRPr sz="1125" b="0">
                <a:solidFill>
                  <a:srgbClr val="8DD9B8"/>
                </a:solidFill>
              </a:defRPr>
            </a:lvl9pPr>
          </a:lstStyle>
          <a:p xmlns:a="http://schemas.openxmlformats.org/drawingml/2006/main">
            <a:pPr algn="l">
              <a:defRPr sz="1125" b="0">
                <a:solidFill>
                  <a:srgbClr val="8DD9B8"/>
                </a:solidFill>
              </a:defRPr>
            </a:pPr>
            <a:r>
              <a:rPr sz="1125" b="0">
                <a:solidFill>
                  <a:srgbClr val="8DD9B8"/>
                </a:solidFill>
              </a:rPr>
              <a:t>model = Pipeline([</a:t>
            </a:r>
          </a:p>
        </p:txBody>
      </p:sp>
      <p:sp>
        <p:nvSpPr>
          <p:cNvPr id="18" name="">
            <a:extLst xmlns:a="http://schemas.openxmlformats.org/drawingml/2006/main">
              <a:ext uri="{FF2B5EF4-FFF2-40B4-BE49-F238E27FC236}">
                <a16:creationId xmlns:a16="http://schemas.microsoft.com/office/drawing/2014/main" id="{2DF7ED7A-B0A7-40C0-B545-35D9EC691D6D}"/>
              </a:ext>
            </a:extLst>
          </p:cNvPr>
          <p:cNvSpPr>
            <a:spLocks xmlns:a="http://schemas.openxmlformats.org/drawingml/2006/main" noGrp="1"/>
          </p:cNvSpPr>
          <p:nvPr/>
        </p:nvSpPr>
        <p:spPr>
          <a:xfrm xmlns:a="http://schemas.openxmlformats.org/drawingml/2006/main">
            <a:off x="904875" y="3486150"/>
            <a:ext cx="5953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F5CF78"/>
                </a:solidFill>
              </a:defRPr>
            </a:defPPr>
            <a:lvl1pPr algn="l">
              <a:defRPr sz="1125" b="0">
                <a:solidFill>
                  <a:srgbClr val="F5CF78"/>
                </a:solidFill>
              </a:defRPr>
            </a:lvl1pPr>
            <a:lvl2pPr algn="l">
              <a:defRPr sz="1125" b="0">
                <a:solidFill>
                  <a:srgbClr val="F5CF78"/>
                </a:solidFill>
              </a:defRPr>
            </a:lvl2pPr>
            <a:lvl3pPr algn="l">
              <a:defRPr sz="1125" b="0">
                <a:solidFill>
                  <a:srgbClr val="F5CF78"/>
                </a:solidFill>
              </a:defRPr>
            </a:lvl3pPr>
            <a:lvl4pPr algn="l">
              <a:defRPr sz="1125" b="0">
                <a:solidFill>
                  <a:srgbClr val="F5CF78"/>
                </a:solidFill>
              </a:defRPr>
            </a:lvl4pPr>
            <a:lvl5pPr algn="l">
              <a:defRPr sz="1125" b="0">
                <a:solidFill>
                  <a:srgbClr val="F5CF78"/>
                </a:solidFill>
              </a:defRPr>
            </a:lvl5pPr>
            <a:lvl6pPr algn="l">
              <a:defRPr sz="1125" b="0">
                <a:solidFill>
                  <a:srgbClr val="F5CF78"/>
                </a:solidFill>
              </a:defRPr>
            </a:lvl6pPr>
            <a:lvl7pPr algn="l">
              <a:defRPr sz="1125" b="0">
                <a:solidFill>
                  <a:srgbClr val="F5CF78"/>
                </a:solidFill>
              </a:defRPr>
            </a:lvl7pPr>
            <a:lvl8pPr algn="l">
              <a:defRPr sz="1125" b="0">
                <a:solidFill>
                  <a:srgbClr val="F5CF78"/>
                </a:solidFill>
              </a:defRPr>
            </a:lvl8pPr>
            <a:lvl9pPr algn="l">
              <a:defRPr sz="1125" b="0">
                <a:solidFill>
                  <a:srgbClr val="F5CF78"/>
                </a:solidFill>
              </a:defRPr>
            </a:lvl9pPr>
          </a:lstStyle>
          <a:p xmlns:a="http://schemas.openxmlformats.org/drawingml/2006/main">
            <a:pPr algn="l">
              <a:defRPr sz="1125" b="0">
                <a:solidFill>
                  <a:srgbClr val="F5CF78"/>
                </a:solidFill>
              </a:defRPr>
            </a:pPr>
            <a:r>
              <a:rPr sz="1125" b="0">
                <a:solidFill>
                  <a:srgbClr val="F5CF78"/>
                </a:solidFill>
              </a:rPr>
              <a:t>    ("tfidf", TfidfVectorizer(stop_words="english")),</a:t>
            </a:r>
          </a:p>
        </p:txBody>
      </p:sp>
      <p:sp>
        <p:nvSpPr>
          <p:cNvPr id="19" name="">
            <a:extLst xmlns:a="http://schemas.openxmlformats.org/drawingml/2006/main">
              <a:ext uri="{FF2B5EF4-FFF2-40B4-BE49-F238E27FC236}">
                <a16:creationId xmlns:a16="http://schemas.microsoft.com/office/drawing/2014/main" id="{60DE121D-C2BC-48AE-8DCA-120FC19A25B6}"/>
              </a:ext>
            </a:extLst>
          </p:cNvPr>
          <p:cNvSpPr>
            <a:spLocks xmlns:a="http://schemas.openxmlformats.org/drawingml/2006/main" noGrp="1"/>
          </p:cNvSpPr>
          <p:nvPr/>
        </p:nvSpPr>
        <p:spPr>
          <a:xfrm xmlns:a="http://schemas.openxmlformats.org/drawingml/2006/main">
            <a:off x="904875" y="3743325"/>
            <a:ext cx="5953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F5CF78"/>
                </a:solidFill>
              </a:defRPr>
            </a:defPPr>
            <a:lvl1pPr algn="l">
              <a:defRPr sz="1125" b="0">
                <a:solidFill>
                  <a:srgbClr val="F5CF78"/>
                </a:solidFill>
              </a:defRPr>
            </a:lvl1pPr>
            <a:lvl2pPr algn="l">
              <a:defRPr sz="1125" b="0">
                <a:solidFill>
                  <a:srgbClr val="F5CF78"/>
                </a:solidFill>
              </a:defRPr>
            </a:lvl2pPr>
            <a:lvl3pPr algn="l">
              <a:defRPr sz="1125" b="0">
                <a:solidFill>
                  <a:srgbClr val="F5CF78"/>
                </a:solidFill>
              </a:defRPr>
            </a:lvl3pPr>
            <a:lvl4pPr algn="l">
              <a:defRPr sz="1125" b="0">
                <a:solidFill>
                  <a:srgbClr val="F5CF78"/>
                </a:solidFill>
              </a:defRPr>
            </a:lvl4pPr>
            <a:lvl5pPr algn="l">
              <a:defRPr sz="1125" b="0">
                <a:solidFill>
                  <a:srgbClr val="F5CF78"/>
                </a:solidFill>
              </a:defRPr>
            </a:lvl5pPr>
            <a:lvl6pPr algn="l">
              <a:defRPr sz="1125" b="0">
                <a:solidFill>
                  <a:srgbClr val="F5CF78"/>
                </a:solidFill>
              </a:defRPr>
            </a:lvl6pPr>
            <a:lvl7pPr algn="l">
              <a:defRPr sz="1125" b="0">
                <a:solidFill>
                  <a:srgbClr val="F5CF78"/>
                </a:solidFill>
              </a:defRPr>
            </a:lvl7pPr>
            <a:lvl8pPr algn="l">
              <a:defRPr sz="1125" b="0">
                <a:solidFill>
                  <a:srgbClr val="F5CF78"/>
                </a:solidFill>
              </a:defRPr>
            </a:lvl8pPr>
            <a:lvl9pPr algn="l">
              <a:defRPr sz="1125" b="0">
                <a:solidFill>
                  <a:srgbClr val="F5CF78"/>
                </a:solidFill>
              </a:defRPr>
            </a:lvl9pPr>
          </a:lstStyle>
          <a:p xmlns:a="http://schemas.openxmlformats.org/drawingml/2006/main">
            <a:pPr algn="l">
              <a:defRPr sz="1125" b="0">
                <a:solidFill>
                  <a:srgbClr val="F5CF78"/>
                </a:solidFill>
              </a:defRPr>
            </a:pPr>
            <a:r>
              <a:rPr sz="1125" b="0">
                <a:solidFill>
                  <a:srgbClr val="F5CF78"/>
                </a:solidFill>
              </a:rPr>
              <a:t>    ("classifier", MultinomialNB())</a:t>
            </a:r>
          </a:p>
        </p:txBody>
      </p:sp>
      <p:sp>
        <p:nvSpPr>
          <p:cNvPr id="20" name="">
            <a:extLst xmlns:a="http://schemas.openxmlformats.org/drawingml/2006/main">
              <a:ext uri="{FF2B5EF4-FFF2-40B4-BE49-F238E27FC236}">
                <a16:creationId xmlns:a16="http://schemas.microsoft.com/office/drawing/2014/main" id="{D7D319A9-4342-47B2-8643-7A7564C46DA3}"/>
              </a:ext>
            </a:extLst>
          </p:cNvPr>
          <p:cNvSpPr>
            <a:spLocks xmlns:a="http://schemas.openxmlformats.org/drawingml/2006/main" noGrp="1"/>
          </p:cNvSpPr>
          <p:nvPr/>
        </p:nvSpPr>
        <p:spPr>
          <a:xfrm xmlns:a="http://schemas.openxmlformats.org/drawingml/2006/main">
            <a:off x="904875" y="4000500"/>
            <a:ext cx="5953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8DD9B8"/>
                </a:solidFill>
              </a:defRPr>
            </a:defPPr>
            <a:lvl1pPr algn="l">
              <a:defRPr sz="1125" b="0">
                <a:solidFill>
                  <a:srgbClr val="8DD9B8"/>
                </a:solidFill>
              </a:defRPr>
            </a:lvl1pPr>
            <a:lvl2pPr algn="l">
              <a:defRPr sz="1125" b="0">
                <a:solidFill>
                  <a:srgbClr val="8DD9B8"/>
                </a:solidFill>
              </a:defRPr>
            </a:lvl2pPr>
            <a:lvl3pPr algn="l">
              <a:defRPr sz="1125" b="0">
                <a:solidFill>
                  <a:srgbClr val="8DD9B8"/>
                </a:solidFill>
              </a:defRPr>
            </a:lvl3pPr>
            <a:lvl4pPr algn="l">
              <a:defRPr sz="1125" b="0">
                <a:solidFill>
                  <a:srgbClr val="8DD9B8"/>
                </a:solidFill>
              </a:defRPr>
            </a:lvl4pPr>
            <a:lvl5pPr algn="l">
              <a:defRPr sz="1125" b="0">
                <a:solidFill>
                  <a:srgbClr val="8DD9B8"/>
                </a:solidFill>
              </a:defRPr>
            </a:lvl5pPr>
            <a:lvl6pPr algn="l">
              <a:defRPr sz="1125" b="0">
                <a:solidFill>
                  <a:srgbClr val="8DD9B8"/>
                </a:solidFill>
              </a:defRPr>
            </a:lvl6pPr>
            <a:lvl7pPr algn="l">
              <a:defRPr sz="1125" b="0">
                <a:solidFill>
                  <a:srgbClr val="8DD9B8"/>
                </a:solidFill>
              </a:defRPr>
            </a:lvl7pPr>
            <a:lvl8pPr algn="l">
              <a:defRPr sz="1125" b="0">
                <a:solidFill>
                  <a:srgbClr val="8DD9B8"/>
                </a:solidFill>
              </a:defRPr>
            </a:lvl8pPr>
            <a:lvl9pPr algn="l">
              <a:defRPr sz="1125" b="0">
                <a:solidFill>
                  <a:srgbClr val="8DD9B8"/>
                </a:solidFill>
              </a:defRPr>
            </a:lvl9pPr>
          </a:lstStyle>
          <a:p xmlns:a="http://schemas.openxmlformats.org/drawingml/2006/main">
            <a:pPr algn="l">
              <a:defRPr sz="1125" b="0">
                <a:solidFill>
                  <a:srgbClr val="8DD9B8"/>
                </a:solidFill>
              </a:defRPr>
            </a:pPr>
            <a:r>
              <a:rPr sz="1125" b="0">
                <a:solidFill>
                  <a:srgbClr val="8DD9B8"/>
                </a:solidFill>
              </a:rPr>
              <a:t>])</a:t>
            </a:r>
          </a:p>
        </p:txBody>
      </p:sp>
      <p:sp>
        <p:nvSpPr>
          <p:cNvPr id="21" name="">
            <a:extLst xmlns:a="http://schemas.openxmlformats.org/drawingml/2006/main">
              <a:ext uri="{FF2B5EF4-FFF2-40B4-BE49-F238E27FC236}">
                <a16:creationId xmlns:a16="http://schemas.microsoft.com/office/drawing/2014/main" id="{147D82DB-4C3D-4446-9CDD-17B2F3E69529}"/>
              </a:ext>
            </a:extLst>
          </p:cNvPr>
          <p:cNvSpPr>
            <a:spLocks xmlns:a="http://schemas.openxmlformats.org/drawingml/2006/main" noGrp="1"/>
          </p:cNvSpPr>
          <p:nvPr/>
        </p:nvSpPr>
        <p:spPr>
          <a:xfrm xmlns:a="http://schemas.openxmlformats.org/drawingml/2006/main">
            <a:off x="904875" y="4257675"/>
            <a:ext cx="5953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8CB8FF"/>
                </a:solidFill>
              </a:defRPr>
            </a:defPPr>
            <a:lvl1pPr algn="l">
              <a:defRPr sz="1125" b="0">
                <a:solidFill>
                  <a:srgbClr val="8CB8FF"/>
                </a:solidFill>
              </a:defRPr>
            </a:lvl1pPr>
            <a:lvl2pPr algn="l">
              <a:defRPr sz="1125" b="0">
                <a:solidFill>
                  <a:srgbClr val="8CB8FF"/>
                </a:solidFill>
              </a:defRPr>
            </a:lvl2pPr>
            <a:lvl3pPr algn="l">
              <a:defRPr sz="1125" b="0">
                <a:solidFill>
                  <a:srgbClr val="8CB8FF"/>
                </a:solidFill>
              </a:defRPr>
            </a:lvl3pPr>
            <a:lvl4pPr algn="l">
              <a:defRPr sz="1125" b="0">
                <a:solidFill>
                  <a:srgbClr val="8CB8FF"/>
                </a:solidFill>
              </a:defRPr>
            </a:lvl4pPr>
            <a:lvl5pPr algn="l">
              <a:defRPr sz="1125" b="0">
                <a:solidFill>
                  <a:srgbClr val="8CB8FF"/>
                </a:solidFill>
              </a:defRPr>
            </a:lvl5pPr>
            <a:lvl6pPr algn="l">
              <a:defRPr sz="1125" b="0">
                <a:solidFill>
                  <a:srgbClr val="8CB8FF"/>
                </a:solidFill>
              </a:defRPr>
            </a:lvl6pPr>
            <a:lvl7pPr algn="l">
              <a:defRPr sz="1125" b="0">
                <a:solidFill>
                  <a:srgbClr val="8CB8FF"/>
                </a:solidFill>
              </a:defRPr>
            </a:lvl7pPr>
            <a:lvl8pPr algn="l">
              <a:defRPr sz="1125" b="0">
                <a:solidFill>
                  <a:srgbClr val="8CB8FF"/>
                </a:solidFill>
              </a:defRPr>
            </a:lvl8pPr>
            <a:lvl9pPr algn="l">
              <a:defRPr sz="1125" b="0">
                <a:solidFill>
                  <a:srgbClr val="8CB8FF"/>
                </a:solidFill>
              </a:defRPr>
            </a:lvl9pPr>
          </a:lstStyle>
          <a:p xmlns:a="http://schemas.openxmlformats.org/drawingml/2006/main">
            <a:pPr algn="l">
              <a:defRPr sz="1125" b="0">
                <a:solidFill>
                  <a:srgbClr val="8CB8FF"/>
                </a:solidFill>
              </a:defRPr>
            </a:pPr>
            <a:r>
              <a:rPr sz="1125" b="0">
                <a:solidFill>
                  <a:srgbClr val="8CB8FF"/>
                </a:solidFill>
              </a:rPr>
              <a:t>model.fit(X_train, y_train)</a:t>
            </a:r>
          </a:p>
        </p:txBody>
      </p:sp>
      <p:sp>
        <p:nvSpPr>
          <p:cNvPr id="22" name="">
            <a:extLst xmlns:a="http://schemas.openxmlformats.org/drawingml/2006/main">
              <a:ext uri="{FF2B5EF4-FFF2-40B4-BE49-F238E27FC236}">
                <a16:creationId xmlns:a16="http://schemas.microsoft.com/office/drawing/2014/main" id="{823310C1-7FE1-43B4-9284-3D5EDF634861}"/>
              </a:ext>
            </a:extLst>
          </p:cNvPr>
          <p:cNvSpPr>
            <a:spLocks xmlns:a="http://schemas.openxmlformats.org/drawingml/2006/main" noGrp="1"/>
          </p:cNvSpPr>
          <p:nvPr/>
        </p:nvSpPr>
        <p:spPr>
          <a:xfrm xmlns:a="http://schemas.openxmlformats.org/drawingml/2006/main">
            <a:off x="904875" y="4514850"/>
            <a:ext cx="5953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8CB8FF"/>
                </a:solidFill>
              </a:defRPr>
            </a:defPPr>
            <a:lvl1pPr algn="l">
              <a:defRPr sz="1125" b="0">
                <a:solidFill>
                  <a:srgbClr val="8CB8FF"/>
                </a:solidFill>
              </a:defRPr>
            </a:lvl1pPr>
            <a:lvl2pPr algn="l">
              <a:defRPr sz="1125" b="0">
                <a:solidFill>
                  <a:srgbClr val="8CB8FF"/>
                </a:solidFill>
              </a:defRPr>
            </a:lvl2pPr>
            <a:lvl3pPr algn="l">
              <a:defRPr sz="1125" b="0">
                <a:solidFill>
                  <a:srgbClr val="8CB8FF"/>
                </a:solidFill>
              </a:defRPr>
            </a:lvl3pPr>
            <a:lvl4pPr algn="l">
              <a:defRPr sz="1125" b="0">
                <a:solidFill>
                  <a:srgbClr val="8CB8FF"/>
                </a:solidFill>
              </a:defRPr>
            </a:lvl4pPr>
            <a:lvl5pPr algn="l">
              <a:defRPr sz="1125" b="0">
                <a:solidFill>
                  <a:srgbClr val="8CB8FF"/>
                </a:solidFill>
              </a:defRPr>
            </a:lvl5pPr>
            <a:lvl6pPr algn="l">
              <a:defRPr sz="1125" b="0">
                <a:solidFill>
                  <a:srgbClr val="8CB8FF"/>
                </a:solidFill>
              </a:defRPr>
            </a:lvl6pPr>
            <a:lvl7pPr algn="l">
              <a:defRPr sz="1125" b="0">
                <a:solidFill>
                  <a:srgbClr val="8CB8FF"/>
                </a:solidFill>
              </a:defRPr>
            </a:lvl7pPr>
            <a:lvl8pPr algn="l">
              <a:defRPr sz="1125" b="0">
                <a:solidFill>
                  <a:srgbClr val="8CB8FF"/>
                </a:solidFill>
              </a:defRPr>
            </a:lvl8pPr>
            <a:lvl9pPr algn="l">
              <a:defRPr sz="1125" b="0">
                <a:solidFill>
                  <a:srgbClr val="8CB8FF"/>
                </a:solidFill>
              </a:defRPr>
            </a:lvl9pPr>
          </a:lstStyle>
          <a:p xmlns:a="http://schemas.openxmlformats.org/drawingml/2006/main">
            <a:pPr algn="l">
              <a:defRPr sz="1125" b="0">
                <a:solidFill>
                  <a:srgbClr val="8CB8FF"/>
                </a:solidFill>
              </a:defRPr>
            </a:pPr>
            <a:r>
              <a:rPr sz="1125" b="0">
                <a:solidFill>
                  <a:srgbClr val="8CB8FF"/>
                </a:solidFill>
              </a:rPr>
              <a:t>pred = model.predict(X_test)</a:t>
            </a:r>
          </a:p>
        </p:txBody>
      </p:sp>
      <p:sp>
        <p:nvSpPr>
          <p:cNvPr id="23" name="">
            <a:extLst xmlns:a="http://schemas.openxmlformats.org/drawingml/2006/main">
              <a:ext uri="{FF2B5EF4-FFF2-40B4-BE49-F238E27FC236}">
                <a16:creationId xmlns:a16="http://schemas.microsoft.com/office/drawing/2014/main" id="{36B3CD7E-C6BC-400E-BCAC-31093BFAA8FD}"/>
              </a:ext>
            </a:extLst>
          </p:cNvPr>
          <p:cNvSpPr>
            <a:spLocks xmlns:a="http://schemas.openxmlformats.org/drawingml/2006/main" noGrp="1"/>
          </p:cNvSpPr>
          <p:nvPr/>
        </p:nvSpPr>
        <p:spPr>
          <a:xfrm xmlns:a="http://schemas.openxmlformats.org/drawingml/2006/main">
            <a:off x="904875" y="4772025"/>
            <a:ext cx="5953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8CB8FF"/>
                </a:solidFill>
              </a:defRPr>
            </a:defPPr>
            <a:lvl1pPr algn="l">
              <a:defRPr sz="1125" b="0">
                <a:solidFill>
                  <a:srgbClr val="8CB8FF"/>
                </a:solidFill>
              </a:defRPr>
            </a:lvl1pPr>
            <a:lvl2pPr algn="l">
              <a:defRPr sz="1125" b="0">
                <a:solidFill>
                  <a:srgbClr val="8CB8FF"/>
                </a:solidFill>
              </a:defRPr>
            </a:lvl2pPr>
            <a:lvl3pPr algn="l">
              <a:defRPr sz="1125" b="0">
                <a:solidFill>
                  <a:srgbClr val="8CB8FF"/>
                </a:solidFill>
              </a:defRPr>
            </a:lvl3pPr>
            <a:lvl4pPr algn="l">
              <a:defRPr sz="1125" b="0">
                <a:solidFill>
                  <a:srgbClr val="8CB8FF"/>
                </a:solidFill>
              </a:defRPr>
            </a:lvl4pPr>
            <a:lvl5pPr algn="l">
              <a:defRPr sz="1125" b="0">
                <a:solidFill>
                  <a:srgbClr val="8CB8FF"/>
                </a:solidFill>
              </a:defRPr>
            </a:lvl5pPr>
            <a:lvl6pPr algn="l">
              <a:defRPr sz="1125" b="0">
                <a:solidFill>
                  <a:srgbClr val="8CB8FF"/>
                </a:solidFill>
              </a:defRPr>
            </a:lvl6pPr>
            <a:lvl7pPr algn="l">
              <a:defRPr sz="1125" b="0">
                <a:solidFill>
                  <a:srgbClr val="8CB8FF"/>
                </a:solidFill>
              </a:defRPr>
            </a:lvl7pPr>
            <a:lvl8pPr algn="l">
              <a:defRPr sz="1125" b="0">
                <a:solidFill>
                  <a:srgbClr val="8CB8FF"/>
                </a:solidFill>
              </a:defRPr>
            </a:lvl8pPr>
            <a:lvl9pPr algn="l">
              <a:defRPr sz="1125" b="0">
                <a:solidFill>
                  <a:srgbClr val="8CB8FF"/>
                </a:solidFill>
              </a:defRPr>
            </a:lvl9pPr>
          </a:lstStyle>
          <a:p xmlns:a="http://schemas.openxmlformats.org/drawingml/2006/main">
            <a:pPr algn="l">
              <a:defRPr sz="1125" b="0">
                <a:solidFill>
                  <a:srgbClr val="8CB8FF"/>
                </a:solidFill>
              </a:defRPr>
            </a:pPr>
            <a:r>
              <a:rPr sz="1125" b="0">
                <a:solidFill>
                  <a:srgbClr val="8CB8FF"/>
                </a:solidFill>
              </a:rPr>
              <a:t>print(accuracy_score(y_test, pred))</a:t>
            </a:r>
          </a:p>
        </p:txBody>
      </p:sp>
      <p:sp>
        <p:nvSpPr>
          <p:cNvPr id="24" name="">
            <a:extLst xmlns:a="http://schemas.openxmlformats.org/drawingml/2006/main">
              <a:ext uri="{FF2B5EF4-FFF2-40B4-BE49-F238E27FC236}">
                <a16:creationId xmlns:a16="http://schemas.microsoft.com/office/drawing/2014/main" id="{83E2A82F-46C7-4605-BFEE-69E1FDD39B97}"/>
              </a:ext>
            </a:extLst>
          </p:cNvPr>
          <p:cNvSpPr>
            <a:spLocks xmlns:a="http://schemas.openxmlformats.org/drawingml/2006/main" noGrp="1"/>
          </p:cNvSpPr>
          <p:nvPr/>
        </p:nvSpPr>
        <p:spPr>
          <a:xfrm xmlns:a="http://schemas.openxmlformats.org/drawingml/2006/main">
            <a:off x="7620000" y="1628775"/>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0243A"/>
                </a:solidFill>
              </a:defRPr>
            </a:defPPr>
            <a:lvl1pPr algn="l">
              <a:defRPr sz="1500" b="1">
                <a:solidFill>
                  <a:srgbClr val="10243A"/>
                </a:solidFill>
              </a:defRPr>
            </a:lvl1pPr>
            <a:lvl2pPr algn="l">
              <a:defRPr sz="1500" b="1">
                <a:solidFill>
                  <a:srgbClr val="10243A"/>
                </a:solidFill>
              </a:defRPr>
            </a:lvl2pPr>
            <a:lvl3pPr algn="l">
              <a:defRPr sz="1500" b="1">
                <a:solidFill>
                  <a:srgbClr val="10243A"/>
                </a:solidFill>
              </a:defRPr>
            </a:lvl3pPr>
            <a:lvl4pPr algn="l">
              <a:defRPr sz="1500" b="1">
                <a:solidFill>
                  <a:srgbClr val="10243A"/>
                </a:solidFill>
              </a:defRPr>
            </a:lvl4pPr>
            <a:lvl5pPr algn="l">
              <a:defRPr sz="1500" b="1">
                <a:solidFill>
                  <a:srgbClr val="10243A"/>
                </a:solidFill>
              </a:defRPr>
            </a:lvl5pPr>
            <a:lvl6pPr algn="l">
              <a:defRPr sz="1500" b="1">
                <a:solidFill>
                  <a:srgbClr val="10243A"/>
                </a:solidFill>
              </a:defRPr>
            </a:lvl6pPr>
            <a:lvl7pPr algn="l">
              <a:defRPr sz="1500" b="1">
                <a:solidFill>
                  <a:srgbClr val="10243A"/>
                </a:solidFill>
              </a:defRPr>
            </a:lvl7pPr>
            <a:lvl8pPr algn="l">
              <a:defRPr sz="1500" b="1">
                <a:solidFill>
                  <a:srgbClr val="10243A"/>
                </a:solidFill>
              </a:defRPr>
            </a:lvl8pPr>
            <a:lvl9pPr algn="l">
              <a:defRPr sz="1500" b="1">
                <a:solidFill>
                  <a:srgbClr val="10243A"/>
                </a:solidFill>
              </a:defRPr>
            </a:lvl9pPr>
          </a:lstStyle>
          <a:p xmlns:a="http://schemas.openxmlformats.org/drawingml/2006/main">
            <a:pPr algn="l">
              <a:defRPr sz="1500" b="1">
                <a:solidFill>
                  <a:srgbClr val="10243A"/>
                </a:solidFill>
              </a:defRPr>
            </a:pPr>
            <a:r>
              <a:rPr sz="1500" b="1">
                <a:solidFill>
                  <a:srgbClr val="10243A"/>
                </a:solidFill>
              </a:rPr>
              <a:t>A sample message</a:t>
            </a:r>
          </a:p>
        </p:txBody>
      </p:sp>
      <p:sp>
        <p:nvSpPr>
          <p:cNvPr id="25" name="">
            <a:extLst xmlns:a="http://schemas.openxmlformats.org/drawingml/2006/main">
              <a:ext uri="{FF2B5EF4-FFF2-40B4-BE49-F238E27FC236}">
                <a16:creationId xmlns:a16="http://schemas.microsoft.com/office/drawing/2014/main" id="{26E3DA9D-F114-447C-8C2A-DF9271C78F36}"/>
              </a:ext>
            </a:extLst>
          </p:cNvPr>
          <p:cNvSpPr>
            <a:spLocks xmlns:a="http://schemas.openxmlformats.org/drawingml/2006/main" noGrp="1"/>
          </p:cNvSpPr>
          <p:nvPr/>
        </p:nvSpPr>
        <p:spPr>
          <a:xfrm xmlns:a="http://schemas.openxmlformats.org/drawingml/2006/main">
            <a:off x="7620000" y="2057400"/>
            <a:ext cx="3781425"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D9E3E9"/>
            </a:solidFill>
            <a:prstDash val="solid"/>
          </a:ln>
        </p:spPr>
      </p:sp>
      <p:sp>
        <p:nvSpPr>
          <p:cNvPr id="26" name="">
            <a:extLst xmlns:a="http://schemas.openxmlformats.org/drawingml/2006/main">
              <a:ext uri="{FF2B5EF4-FFF2-40B4-BE49-F238E27FC236}">
                <a16:creationId xmlns:a16="http://schemas.microsoft.com/office/drawing/2014/main" id="{444D2BEF-2DA7-4E33-ACD2-1F69BC3B2EF6}"/>
              </a:ext>
            </a:extLst>
          </p:cNvPr>
          <p:cNvSpPr>
            <a:spLocks xmlns:a="http://schemas.openxmlformats.org/drawingml/2006/main" noGrp="1"/>
          </p:cNvSpPr>
          <p:nvPr/>
        </p:nvSpPr>
        <p:spPr>
          <a:xfrm xmlns:a="http://schemas.openxmlformats.org/drawingml/2006/main">
            <a:off x="7848600" y="2238375"/>
            <a:ext cx="333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83047"/>
                </a:solidFill>
              </a:defRPr>
            </a:defPPr>
            <a:lvl1pPr algn="l">
              <a:defRPr sz="1500" b="1">
                <a:solidFill>
                  <a:srgbClr val="183047"/>
                </a:solidFill>
              </a:defRPr>
            </a:lvl1pPr>
            <a:lvl2pPr algn="l">
              <a:defRPr sz="1500" b="1">
                <a:solidFill>
                  <a:srgbClr val="183047"/>
                </a:solidFill>
              </a:defRPr>
            </a:lvl2pPr>
            <a:lvl3pPr algn="l">
              <a:defRPr sz="1500" b="1">
                <a:solidFill>
                  <a:srgbClr val="183047"/>
                </a:solidFill>
              </a:defRPr>
            </a:lvl3pPr>
            <a:lvl4pPr algn="l">
              <a:defRPr sz="1500" b="1">
                <a:solidFill>
                  <a:srgbClr val="183047"/>
                </a:solidFill>
              </a:defRPr>
            </a:lvl4pPr>
            <a:lvl5pPr algn="l">
              <a:defRPr sz="1500" b="1">
                <a:solidFill>
                  <a:srgbClr val="183047"/>
                </a:solidFill>
              </a:defRPr>
            </a:lvl5pPr>
            <a:lvl6pPr algn="l">
              <a:defRPr sz="1500" b="1">
                <a:solidFill>
                  <a:srgbClr val="183047"/>
                </a:solidFill>
              </a:defRPr>
            </a:lvl6pPr>
            <a:lvl7pPr algn="l">
              <a:defRPr sz="1500" b="1">
                <a:solidFill>
                  <a:srgbClr val="183047"/>
                </a:solidFill>
              </a:defRPr>
            </a:lvl7pPr>
            <a:lvl8pPr algn="l">
              <a:defRPr sz="1500" b="1">
                <a:solidFill>
                  <a:srgbClr val="183047"/>
                </a:solidFill>
              </a:defRPr>
            </a:lvl8pPr>
            <a:lvl9pPr algn="l">
              <a:defRPr sz="1500" b="1">
                <a:solidFill>
                  <a:srgbClr val="183047"/>
                </a:solidFill>
              </a:defRPr>
            </a:lvl9pPr>
          </a:lstStyle>
          <a:p xmlns:a="http://schemas.openxmlformats.org/drawingml/2006/main">
            <a:pPr algn="l">
              <a:defRPr sz="1500" b="1">
                <a:solidFill>
                  <a:srgbClr val="183047"/>
                </a:solidFill>
              </a:defRPr>
            </a:pPr>
            <a:r>
              <a:rPr sz="1500" b="1">
                <a:solidFill>
                  <a:srgbClr val="183047"/>
                </a:solidFill>
              </a:rPr>
              <a:t>“Free entry! Text WIN to 80085 now.”</a:t>
            </a:r>
          </a:p>
        </p:txBody>
      </p:sp>
      <p:sp>
        <p:nvSpPr>
          <p:cNvPr id="27" name="">
            <a:extLst xmlns:a="http://schemas.openxmlformats.org/drawingml/2006/main">
              <a:ext uri="{FF2B5EF4-FFF2-40B4-BE49-F238E27FC236}">
                <a16:creationId xmlns:a16="http://schemas.microsoft.com/office/drawing/2014/main" id="{318365C1-75ED-489D-A476-02735162D2D9}"/>
              </a:ext>
            </a:extLst>
          </p:cNvPr>
          <p:cNvSpPr>
            <a:spLocks xmlns:a="http://schemas.openxmlformats.org/drawingml/2006/main" noGrp="1"/>
          </p:cNvSpPr>
          <p:nvPr/>
        </p:nvSpPr>
        <p:spPr>
          <a:xfrm xmlns:a="http://schemas.openxmlformats.org/drawingml/2006/main">
            <a:off x="7848600" y="28765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0">
                <a:solidFill>
                  <a:srgbClr val="587087"/>
                </a:solidFill>
              </a:defRPr>
            </a:defPPr>
            <a:lvl1pPr algn="l">
              <a:defRPr sz="1050" b="0">
                <a:solidFill>
                  <a:srgbClr val="587087"/>
                </a:solidFill>
              </a:defRPr>
            </a:lvl1pPr>
            <a:lvl2pPr algn="l">
              <a:defRPr sz="1050" b="0">
                <a:solidFill>
                  <a:srgbClr val="587087"/>
                </a:solidFill>
              </a:defRPr>
            </a:lvl2pPr>
            <a:lvl3pPr algn="l">
              <a:defRPr sz="1050" b="0">
                <a:solidFill>
                  <a:srgbClr val="587087"/>
                </a:solidFill>
              </a:defRPr>
            </a:lvl3pPr>
            <a:lvl4pPr algn="l">
              <a:defRPr sz="1050" b="0">
                <a:solidFill>
                  <a:srgbClr val="587087"/>
                </a:solidFill>
              </a:defRPr>
            </a:lvl4pPr>
            <a:lvl5pPr algn="l">
              <a:defRPr sz="1050" b="0">
                <a:solidFill>
                  <a:srgbClr val="587087"/>
                </a:solidFill>
              </a:defRPr>
            </a:lvl5pPr>
            <a:lvl6pPr algn="l">
              <a:defRPr sz="1050" b="0">
                <a:solidFill>
                  <a:srgbClr val="587087"/>
                </a:solidFill>
              </a:defRPr>
            </a:lvl6pPr>
            <a:lvl7pPr algn="l">
              <a:defRPr sz="1050" b="0">
                <a:solidFill>
                  <a:srgbClr val="587087"/>
                </a:solidFill>
              </a:defRPr>
            </a:lvl7pPr>
            <a:lvl8pPr algn="l">
              <a:defRPr sz="1050" b="0">
                <a:solidFill>
                  <a:srgbClr val="587087"/>
                </a:solidFill>
              </a:defRPr>
            </a:lvl8pPr>
            <a:lvl9pPr algn="l">
              <a:defRPr sz="1050" b="0">
                <a:solidFill>
                  <a:srgbClr val="587087"/>
                </a:solidFill>
              </a:defRPr>
            </a:lvl9pPr>
          </a:lstStyle>
          <a:p xmlns:a="http://schemas.openxmlformats.org/drawingml/2006/main">
            <a:pPr algn="l">
              <a:defRPr sz="1050" b="0">
                <a:solidFill>
                  <a:srgbClr val="587087"/>
                </a:solidFill>
              </a:defRPr>
            </a:pPr>
            <a:r>
              <a:rPr sz="1050" b="0">
                <a:solidFill>
                  <a:srgbClr val="587087"/>
                </a:solidFill>
              </a:rPr>
              <a:t>word evidence → spam score → label</a:t>
            </a:r>
          </a:p>
        </p:txBody>
      </p:sp>
      <p:sp>
        <p:nvSpPr>
          <p:cNvPr id="28" name="">
            <a:extLst xmlns:a="http://schemas.openxmlformats.org/drawingml/2006/main">
              <a:ext uri="{FF2B5EF4-FFF2-40B4-BE49-F238E27FC236}">
                <a16:creationId xmlns:a16="http://schemas.microsoft.com/office/drawing/2014/main" id="{D9D576CE-E1F4-4EB1-904E-D1E55614F215}"/>
              </a:ext>
            </a:extLst>
          </p:cNvPr>
          <p:cNvSpPr>
            <a:spLocks xmlns:a="http://schemas.openxmlformats.org/drawingml/2006/main" noGrp="1"/>
          </p:cNvSpPr>
          <p:nvPr/>
        </p:nvSpPr>
        <p:spPr>
          <a:xfrm xmlns:a="http://schemas.openxmlformats.org/drawingml/2006/main">
            <a:off x="7620000" y="3571875"/>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0243A"/>
                </a:solidFill>
              </a:defRPr>
            </a:defPPr>
            <a:lvl1pPr algn="l">
              <a:defRPr sz="1500" b="1">
                <a:solidFill>
                  <a:srgbClr val="10243A"/>
                </a:solidFill>
              </a:defRPr>
            </a:lvl1pPr>
            <a:lvl2pPr algn="l">
              <a:defRPr sz="1500" b="1">
                <a:solidFill>
                  <a:srgbClr val="10243A"/>
                </a:solidFill>
              </a:defRPr>
            </a:lvl2pPr>
            <a:lvl3pPr algn="l">
              <a:defRPr sz="1500" b="1">
                <a:solidFill>
                  <a:srgbClr val="10243A"/>
                </a:solidFill>
              </a:defRPr>
            </a:lvl3pPr>
            <a:lvl4pPr algn="l">
              <a:defRPr sz="1500" b="1">
                <a:solidFill>
                  <a:srgbClr val="10243A"/>
                </a:solidFill>
              </a:defRPr>
            </a:lvl4pPr>
            <a:lvl5pPr algn="l">
              <a:defRPr sz="1500" b="1">
                <a:solidFill>
                  <a:srgbClr val="10243A"/>
                </a:solidFill>
              </a:defRPr>
            </a:lvl5pPr>
            <a:lvl6pPr algn="l">
              <a:defRPr sz="1500" b="1">
                <a:solidFill>
                  <a:srgbClr val="10243A"/>
                </a:solidFill>
              </a:defRPr>
            </a:lvl6pPr>
            <a:lvl7pPr algn="l">
              <a:defRPr sz="1500" b="1">
                <a:solidFill>
                  <a:srgbClr val="10243A"/>
                </a:solidFill>
              </a:defRPr>
            </a:lvl7pPr>
            <a:lvl8pPr algn="l">
              <a:defRPr sz="1500" b="1">
                <a:solidFill>
                  <a:srgbClr val="10243A"/>
                </a:solidFill>
              </a:defRPr>
            </a:lvl8pPr>
            <a:lvl9pPr algn="l">
              <a:defRPr sz="1500" b="1">
                <a:solidFill>
                  <a:srgbClr val="10243A"/>
                </a:solidFill>
              </a:defRPr>
            </a:lvl9pPr>
          </a:lstStyle>
          <a:p xmlns:a="http://schemas.openxmlformats.org/drawingml/2006/main">
            <a:pPr algn="l">
              <a:defRPr sz="1500" b="1">
                <a:solidFill>
                  <a:srgbClr val="10243A"/>
                </a:solidFill>
              </a:defRPr>
            </a:pPr>
            <a:r>
              <a:rPr sz="1500" b="1">
                <a:solidFill>
                  <a:srgbClr val="10243A"/>
                </a:solidFill>
              </a:rPr>
              <a:t>Where this idea can help</a:t>
            </a:r>
          </a:p>
        </p:txBody>
      </p:sp>
      <p:sp>
        <p:nvSpPr>
          <p:cNvPr id="29" name="">
            <a:extLst xmlns:a="http://schemas.openxmlformats.org/drawingml/2006/main">
              <a:ext uri="{FF2B5EF4-FFF2-40B4-BE49-F238E27FC236}">
                <a16:creationId xmlns:a16="http://schemas.microsoft.com/office/drawing/2014/main" id="{D4181F9A-3753-4094-B389-720CD005E855}"/>
              </a:ext>
            </a:extLst>
          </p:cNvPr>
          <p:cNvSpPr>
            <a:spLocks xmlns:a="http://schemas.openxmlformats.org/drawingml/2006/main" noGrp="1"/>
          </p:cNvSpPr>
          <p:nvPr/>
        </p:nvSpPr>
        <p:spPr>
          <a:xfrm xmlns:a="http://schemas.openxmlformats.org/drawingml/2006/main">
            <a:off x="7620000" y="3981450"/>
            <a:ext cx="3714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0">
                <a:solidFill>
                  <a:srgbClr val="183047"/>
                </a:solidFill>
              </a:defRPr>
            </a:defPPr>
            <a:lvl1pPr algn="l">
              <a:defRPr sz="1275" b="0">
                <a:solidFill>
                  <a:srgbClr val="183047"/>
                </a:solidFill>
              </a:defRPr>
            </a:lvl1pPr>
            <a:lvl2pPr algn="l">
              <a:defRPr sz="1275" b="0">
                <a:solidFill>
                  <a:srgbClr val="183047"/>
                </a:solidFill>
              </a:defRPr>
            </a:lvl2pPr>
            <a:lvl3pPr algn="l">
              <a:defRPr sz="1275" b="0">
                <a:solidFill>
                  <a:srgbClr val="183047"/>
                </a:solidFill>
              </a:defRPr>
            </a:lvl3pPr>
            <a:lvl4pPr algn="l">
              <a:defRPr sz="1275" b="0">
                <a:solidFill>
                  <a:srgbClr val="183047"/>
                </a:solidFill>
              </a:defRPr>
            </a:lvl4pPr>
            <a:lvl5pPr algn="l">
              <a:defRPr sz="1275" b="0">
                <a:solidFill>
                  <a:srgbClr val="183047"/>
                </a:solidFill>
              </a:defRPr>
            </a:lvl5pPr>
            <a:lvl6pPr algn="l">
              <a:defRPr sz="1275" b="0">
                <a:solidFill>
                  <a:srgbClr val="183047"/>
                </a:solidFill>
              </a:defRPr>
            </a:lvl6pPr>
            <a:lvl7pPr algn="l">
              <a:defRPr sz="1275" b="0">
                <a:solidFill>
                  <a:srgbClr val="183047"/>
                </a:solidFill>
              </a:defRPr>
            </a:lvl7pPr>
            <a:lvl8pPr algn="l">
              <a:defRPr sz="1275" b="0">
                <a:solidFill>
                  <a:srgbClr val="183047"/>
                </a:solidFill>
              </a:defRPr>
            </a:lvl8pPr>
            <a:lvl9pPr algn="l">
              <a:defRPr sz="1275" b="0">
                <a:solidFill>
                  <a:srgbClr val="183047"/>
                </a:solidFill>
              </a:defRPr>
            </a:lvl9pPr>
          </a:lstStyle>
          <a:p xmlns:a="http://schemas.openxmlformats.org/drawingml/2006/main">
            <a:pPr algn="l">
              <a:defRPr sz="1275" b="0">
                <a:solidFill>
                  <a:srgbClr val="183047"/>
                </a:solidFill>
              </a:defRPr>
            </a:pPr>
            <a:r>
              <a:rPr sz="1275" b="0">
                <a:solidFill>
                  <a:srgbClr val="183047"/>
                </a:solidFill>
              </a:rPr>
              <a:t>• Mobile SMS filtering</a:t>
            </a:r>
          </a:p>
          <a:p xmlns:a="http://schemas.openxmlformats.org/drawingml/2006/main">
            <a:pPr algn="l">
              <a:defRPr sz="1275" b="0">
                <a:solidFill>
                  <a:srgbClr val="183047"/>
                </a:solidFill>
              </a:defRPr>
            </a:pPr>
            <a:r>
              <a:rPr sz="1275" b="0">
                <a:solidFill>
                  <a:srgbClr val="183047"/>
                </a:solidFill>
              </a:rPr>
              <a:t>• Flag for review before delivery</a:t>
            </a:r>
          </a:p>
          <a:p xmlns:a="http://schemas.openxmlformats.org/drawingml/2006/main">
            <a:pPr algn="l">
              <a:defRPr sz="1275" b="0">
                <a:solidFill>
                  <a:srgbClr val="183047"/>
                </a:solidFill>
              </a:defRPr>
            </a:pPr>
            <a:r>
              <a:rPr sz="1275" b="0">
                <a:solidFill>
                  <a:srgbClr val="183047"/>
                </a:solidFill>
              </a:rPr>
              <a:t>• Learn from updated, labelled examples</a:t>
            </a:r>
          </a:p>
        </p:txBody>
      </p:sp>
      <p:sp>
        <p:nvSpPr>
          <p:cNvPr id="30" name="">
            <a:extLst xmlns:a="http://schemas.openxmlformats.org/drawingml/2006/main">
              <a:ext uri="{FF2B5EF4-FFF2-40B4-BE49-F238E27FC236}">
                <a16:creationId xmlns:a16="http://schemas.microsoft.com/office/drawing/2014/main" id="{BC0A9F08-F124-4363-9C0F-76E14ADD64C0}"/>
              </a:ext>
            </a:extLst>
          </p:cNvPr>
          <p:cNvSpPr>
            <a:spLocks xmlns:a="http://schemas.openxmlformats.org/drawingml/2006/main" noGrp="1"/>
          </p:cNvSpPr>
          <p:nvPr/>
        </p:nvSpPr>
        <p:spPr>
          <a:xfrm xmlns:a="http://schemas.openxmlformats.org/drawingml/2006/main">
            <a:off x="7620000" y="5229225"/>
            <a:ext cx="3781425" cy="666750"/>
          </a:xfrm>
          <a:prstGeom xmlns:a="http://schemas.openxmlformats.org/drawingml/2006/main" prst="roundRect">
            <a:avLst>
              <a:gd name="adj" fmla="val 11429"/>
            </a:avLst>
          </a:prstGeom>
          <a:solidFill xmlns:a="http://schemas.openxmlformats.org/drawingml/2006/main">
            <a:srgbClr val="FFF2D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47F3FF6-9F57-4FC1-9B14-6AC4886B25B8}"/>
              </a:ext>
            </a:extLst>
          </p:cNvPr>
          <p:cNvSpPr>
            <a:spLocks xmlns:a="http://schemas.openxmlformats.org/drawingml/2006/main" noGrp="1"/>
          </p:cNvSpPr>
          <p:nvPr/>
        </p:nvSpPr>
        <p:spPr>
          <a:xfrm xmlns:a="http://schemas.openxmlformats.org/drawingml/2006/main">
            <a:off x="7810500" y="5334000"/>
            <a:ext cx="338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1">
                <a:solidFill>
                  <a:srgbClr val="75520E"/>
                </a:solidFill>
              </a:defRPr>
            </a:defPPr>
            <a:lvl1pPr algn="ctr">
              <a:defRPr sz="1200" b="1">
                <a:solidFill>
                  <a:srgbClr val="75520E"/>
                </a:solidFill>
              </a:defRPr>
            </a:lvl1pPr>
            <a:lvl2pPr algn="ctr">
              <a:defRPr sz="1200" b="1">
                <a:solidFill>
                  <a:srgbClr val="75520E"/>
                </a:solidFill>
              </a:defRPr>
            </a:lvl2pPr>
            <a:lvl3pPr algn="ctr">
              <a:defRPr sz="1200" b="1">
                <a:solidFill>
                  <a:srgbClr val="75520E"/>
                </a:solidFill>
              </a:defRPr>
            </a:lvl3pPr>
            <a:lvl4pPr algn="ctr">
              <a:defRPr sz="1200" b="1">
                <a:solidFill>
                  <a:srgbClr val="75520E"/>
                </a:solidFill>
              </a:defRPr>
            </a:lvl4pPr>
            <a:lvl5pPr algn="ctr">
              <a:defRPr sz="1200" b="1">
                <a:solidFill>
                  <a:srgbClr val="75520E"/>
                </a:solidFill>
              </a:defRPr>
            </a:lvl5pPr>
            <a:lvl6pPr algn="ctr">
              <a:defRPr sz="1200" b="1">
                <a:solidFill>
                  <a:srgbClr val="75520E"/>
                </a:solidFill>
              </a:defRPr>
            </a:lvl6pPr>
            <a:lvl7pPr algn="ctr">
              <a:defRPr sz="1200" b="1">
                <a:solidFill>
                  <a:srgbClr val="75520E"/>
                </a:solidFill>
              </a:defRPr>
            </a:lvl7pPr>
            <a:lvl8pPr algn="ctr">
              <a:defRPr sz="1200" b="1">
                <a:solidFill>
                  <a:srgbClr val="75520E"/>
                </a:solidFill>
              </a:defRPr>
            </a:lvl8pPr>
            <a:lvl9pPr algn="ctr">
              <a:defRPr sz="1200" b="1">
                <a:solidFill>
                  <a:srgbClr val="75520E"/>
                </a:solidFill>
              </a:defRPr>
            </a:lvl9pPr>
          </a:lstStyle>
          <a:p xmlns:a="http://schemas.openxmlformats.org/drawingml/2006/main">
            <a:pPr algn="ctr">
              <a:defRPr sz="1200" b="1">
                <a:solidFill>
                  <a:srgbClr val="75520E"/>
                </a:solidFill>
              </a:defRPr>
            </a:pPr>
            <a:r>
              <a:rPr sz="1200" b="1">
                <a:solidFill>
                  <a:srgbClr val="75520E"/>
                </a:solidFill>
              </a:rPr>
              <a:t>Limitation: new slang and changing scam tactics can reduce accuracy.</a:t>
            </a:r>
          </a:p>
        </p:txBody>
      </p:sp>
    </p:spTree>
    <p:extLst>
      <p:ext uri="{BB962C8B-B14F-4D97-AF65-F5344CB8AC3E}">
        <p14:creationId xmlns:p14="http://schemas.microsoft.com/office/powerpoint/2010/main" val="578828864"/>
      </p:ext>
    </p:extLst>
  </p:cSld>
</p:sld>
</file>

<file path=ppt/slides/slide8.xml><?xml version="1.0" encoding="utf-8"?>
<p:sld xmlns:p="http://schemas.openxmlformats.org/presentationml/2006/main">
  <p:cSld>
    <p:bg>
      <p:bgPr>
        <a:solidFill xmlns:a="http://schemas.openxmlformats.org/drawingml/2006/main">
          <a:srgbClr val="10243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9F1EAE0-92CF-4322-8815-9E01EB2CE88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C9A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A16C1ED-6EC3-47A3-A341-D7C02621F8C1}"/>
              </a:ext>
            </a:extLst>
          </p:cNvPr>
          <p:cNvSpPr>
            <a:spLocks xmlns:a="http://schemas.openxmlformats.org/drawingml/2006/main" noGrp="1"/>
          </p:cNvSpPr>
          <p:nvPr/>
        </p:nvSpPr>
        <p:spPr>
          <a:xfrm xmlns:a="http://schemas.openxmlformats.org/drawingml/2006/main">
            <a:off x="704850" y="990600"/>
            <a:ext cx="809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4350" b="1">
                <a:solidFill>
                  <a:srgbClr val="FFFFFF"/>
                </a:solidFill>
              </a:defRPr>
            </a:defPPr>
            <a:lvl1pPr algn="l">
              <a:defRPr sz="4350" b="1">
                <a:solidFill>
                  <a:srgbClr val="FFFFFF"/>
                </a:solidFill>
              </a:defRPr>
            </a:lvl1pPr>
            <a:lvl2pPr algn="l">
              <a:defRPr sz="4350" b="1">
                <a:solidFill>
                  <a:srgbClr val="FFFFFF"/>
                </a:solidFill>
              </a:defRPr>
            </a:lvl2pPr>
            <a:lvl3pPr algn="l">
              <a:defRPr sz="4350" b="1">
                <a:solidFill>
                  <a:srgbClr val="FFFFFF"/>
                </a:solidFill>
              </a:defRPr>
            </a:lvl3pPr>
            <a:lvl4pPr algn="l">
              <a:defRPr sz="4350" b="1">
                <a:solidFill>
                  <a:srgbClr val="FFFFFF"/>
                </a:solidFill>
              </a:defRPr>
            </a:lvl4pPr>
            <a:lvl5pPr algn="l">
              <a:defRPr sz="4350" b="1">
                <a:solidFill>
                  <a:srgbClr val="FFFFFF"/>
                </a:solidFill>
              </a:defRPr>
            </a:lvl5pPr>
            <a:lvl6pPr algn="l">
              <a:defRPr sz="4350" b="1">
                <a:solidFill>
                  <a:srgbClr val="FFFFFF"/>
                </a:solidFill>
              </a:defRPr>
            </a:lvl6pPr>
            <a:lvl7pPr algn="l">
              <a:defRPr sz="4350" b="1">
                <a:solidFill>
                  <a:srgbClr val="FFFFFF"/>
                </a:solidFill>
              </a:defRPr>
            </a:lvl7pPr>
            <a:lvl8pPr algn="l">
              <a:defRPr sz="4350" b="1">
                <a:solidFill>
                  <a:srgbClr val="FFFFFF"/>
                </a:solidFill>
              </a:defRPr>
            </a:lvl8pPr>
            <a:lvl9pPr algn="l">
              <a:defRPr sz="4350" b="1">
                <a:solidFill>
                  <a:srgbClr val="FFFFFF"/>
                </a:solidFill>
              </a:defRPr>
            </a:lvl9pPr>
          </a:lstStyle>
          <a:p xmlns:a="http://schemas.openxmlformats.org/drawingml/2006/main">
            <a:pPr algn="l">
              <a:defRPr sz="4350" b="1">
                <a:solidFill>
                  <a:srgbClr val="FFFFFF"/>
                </a:solidFill>
              </a:defRPr>
            </a:pPr>
            <a:r>
              <a:rPr sz="4350" b="1">
                <a:solidFill>
                  <a:srgbClr val="FFFFFF"/>
                </a:solidFill>
              </a:rPr>
              <a:t>THANK YOU</a:t>
            </a:r>
          </a:p>
        </p:txBody>
      </p:sp>
      <p:sp>
        <p:nvSpPr>
          <p:cNvPr id="3" name="">
            <a:extLst xmlns:a="http://schemas.openxmlformats.org/drawingml/2006/main">
              <a:ext uri="{FF2B5EF4-FFF2-40B4-BE49-F238E27FC236}">
                <a16:creationId xmlns:a16="http://schemas.microsoft.com/office/drawing/2014/main" id="{3F6E8A98-EE63-4F74-93AD-448736BF1BC6}"/>
              </a:ext>
            </a:extLst>
          </p:cNvPr>
          <p:cNvSpPr>
            <a:spLocks xmlns:a="http://schemas.openxmlformats.org/drawingml/2006/main" noGrp="1"/>
          </p:cNvSpPr>
          <p:nvPr/>
        </p:nvSpPr>
        <p:spPr>
          <a:xfrm xmlns:a="http://schemas.openxmlformats.org/drawingml/2006/main">
            <a:off x="723900" y="1828800"/>
            <a:ext cx="6096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F2B84B"/>
                </a:solidFill>
              </a:defRPr>
            </a:defPPr>
            <a:lvl1pPr algn="l">
              <a:defRPr sz="2175" b="1">
                <a:solidFill>
                  <a:srgbClr val="F2B84B"/>
                </a:solidFill>
              </a:defRPr>
            </a:lvl1pPr>
            <a:lvl2pPr algn="l">
              <a:defRPr sz="2175" b="1">
                <a:solidFill>
                  <a:srgbClr val="F2B84B"/>
                </a:solidFill>
              </a:defRPr>
            </a:lvl2pPr>
            <a:lvl3pPr algn="l">
              <a:defRPr sz="2175" b="1">
                <a:solidFill>
                  <a:srgbClr val="F2B84B"/>
                </a:solidFill>
              </a:defRPr>
            </a:lvl3pPr>
            <a:lvl4pPr algn="l">
              <a:defRPr sz="2175" b="1">
                <a:solidFill>
                  <a:srgbClr val="F2B84B"/>
                </a:solidFill>
              </a:defRPr>
            </a:lvl4pPr>
            <a:lvl5pPr algn="l">
              <a:defRPr sz="2175" b="1">
                <a:solidFill>
                  <a:srgbClr val="F2B84B"/>
                </a:solidFill>
              </a:defRPr>
            </a:lvl5pPr>
            <a:lvl6pPr algn="l">
              <a:defRPr sz="2175" b="1">
                <a:solidFill>
                  <a:srgbClr val="F2B84B"/>
                </a:solidFill>
              </a:defRPr>
            </a:lvl6pPr>
            <a:lvl7pPr algn="l">
              <a:defRPr sz="2175" b="1">
                <a:solidFill>
                  <a:srgbClr val="F2B84B"/>
                </a:solidFill>
              </a:defRPr>
            </a:lvl7pPr>
            <a:lvl8pPr algn="l">
              <a:defRPr sz="2175" b="1">
                <a:solidFill>
                  <a:srgbClr val="F2B84B"/>
                </a:solidFill>
              </a:defRPr>
            </a:lvl8pPr>
            <a:lvl9pPr algn="l">
              <a:defRPr sz="2175" b="1">
                <a:solidFill>
                  <a:srgbClr val="F2B84B"/>
                </a:solidFill>
              </a:defRPr>
            </a:lvl9pPr>
          </a:lstStyle>
          <a:p xmlns:a="http://schemas.openxmlformats.org/drawingml/2006/main">
            <a:pPr algn="l">
              <a:defRPr sz="2175" b="1">
                <a:solidFill>
                  <a:srgbClr val="F2B84B"/>
                </a:solidFill>
              </a:defRPr>
            </a:pPr>
            <a:r>
              <a:rPr sz="2175" b="1">
                <a:solidFill>
                  <a:srgbClr val="F2B84B"/>
                </a:solidFill>
              </a:rPr>
              <a:t>Questions?</a:t>
            </a:r>
          </a:p>
        </p:txBody>
      </p:sp>
      <p:sp>
        <p:nvSpPr>
          <p:cNvPr id="4" name="">
            <a:extLst xmlns:a="http://schemas.openxmlformats.org/drawingml/2006/main">
              <a:ext uri="{FF2B5EF4-FFF2-40B4-BE49-F238E27FC236}">
                <a16:creationId xmlns:a16="http://schemas.microsoft.com/office/drawing/2014/main" id="{9B194502-4843-49DA-B74C-015A16612CAF}"/>
              </a:ext>
            </a:extLst>
          </p:cNvPr>
          <p:cNvSpPr>
            <a:spLocks xmlns:a="http://schemas.openxmlformats.org/drawingml/2006/main" noGrp="1"/>
          </p:cNvSpPr>
          <p:nvPr/>
        </p:nvSpPr>
        <p:spPr>
          <a:xfrm xmlns:a="http://schemas.openxmlformats.org/drawingml/2006/main">
            <a:off x="723900" y="2619375"/>
            <a:ext cx="6134100" cy="0"/>
          </a:xfrm>
          <a:prstGeom xmlns:a="http://schemas.openxmlformats.org/drawingml/2006/main" prst="line">
            <a:avLst/>
          </a:prstGeom>
          <a:noFill xmlns:a="http://schemas.openxmlformats.org/drawingml/2006/main"/>
          <a:ln xmlns:a="http://schemas.openxmlformats.org/drawingml/2006/main" w="14288">
            <a:solidFill>
              <a:srgbClr val="355269"/>
            </a:solidFill>
            <a:prstDash val="solid"/>
          </a:ln>
        </p:spPr>
      </p:sp>
      <p:sp>
        <p:nvSpPr>
          <p:cNvPr id="5" name="">
            <a:extLst xmlns:a="http://schemas.openxmlformats.org/drawingml/2006/main">
              <a:ext uri="{FF2B5EF4-FFF2-40B4-BE49-F238E27FC236}">
                <a16:creationId xmlns:a16="http://schemas.microsoft.com/office/drawing/2014/main" id="{FC480326-D1F1-478E-BE6B-021AE8E9A78E}"/>
              </a:ext>
            </a:extLst>
          </p:cNvPr>
          <p:cNvSpPr>
            <a:spLocks xmlns:a="http://schemas.openxmlformats.org/drawingml/2006/main" noGrp="1"/>
          </p:cNvSpPr>
          <p:nvPr/>
        </p:nvSpPr>
        <p:spPr>
          <a:xfrm xmlns:a="http://schemas.openxmlformats.org/drawingml/2006/main">
            <a:off x="723900" y="2971800"/>
            <a:ext cx="771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D3E0E8"/>
                </a:solidFill>
              </a:defRPr>
            </a:defPPr>
            <a:lvl1pPr algn="l">
              <a:defRPr sz="1725" b="0">
                <a:solidFill>
                  <a:srgbClr val="D3E0E8"/>
                </a:solidFill>
              </a:defRPr>
            </a:lvl1pPr>
            <a:lvl2pPr algn="l">
              <a:defRPr sz="1725" b="0">
                <a:solidFill>
                  <a:srgbClr val="D3E0E8"/>
                </a:solidFill>
              </a:defRPr>
            </a:lvl2pPr>
            <a:lvl3pPr algn="l">
              <a:defRPr sz="1725" b="0">
                <a:solidFill>
                  <a:srgbClr val="D3E0E8"/>
                </a:solidFill>
              </a:defRPr>
            </a:lvl3pPr>
            <a:lvl4pPr algn="l">
              <a:defRPr sz="1725" b="0">
                <a:solidFill>
                  <a:srgbClr val="D3E0E8"/>
                </a:solidFill>
              </a:defRPr>
            </a:lvl4pPr>
            <a:lvl5pPr algn="l">
              <a:defRPr sz="1725" b="0">
                <a:solidFill>
                  <a:srgbClr val="D3E0E8"/>
                </a:solidFill>
              </a:defRPr>
            </a:lvl5pPr>
            <a:lvl6pPr algn="l">
              <a:defRPr sz="1725" b="0">
                <a:solidFill>
                  <a:srgbClr val="D3E0E8"/>
                </a:solidFill>
              </a:defRPr>
            </a:lvl6pPr>
            <a:lvl7pPr algn="l">
              <a:defRPr sz="1725" b="0">
                <a:solidFill>
                  <a:srgbClr val="D3E0E8"/>
                </a:solidFill>
              </a:defRPr>
            </a:lvl7pPr>
            <a:lvl8pPr algn="l">
              <a:defRPr sz="1725" b="0">
                <a:solidFill>
                  <a:srgbClr val="D3E0E8"/>
                </a:solidFill>
              </a:defRPr>
            </a:lvl8pPr>
            <a:lvl9pPr algn="l">
              <a:defRPr sz="1725" b="0">
                <a:solidFill>
                  <a:srgbClr val="D3E0E8"/>
                </a:solidFill>
              </a:defRPr>
            </a:lvl9pPr>
          </a:lstStyle>
          <a:p xmlns:a="http://schemas.openxmlformats.org/drawingml/2006/main">
            <a:pPr algn="l">
              <a:defRPr sz="1725" b="0">
                <a:solidFill>
                  <a:srgbClr val="D3E0E8"/>
                </a:solidFill>
              </a:defRPr>
            </a:pPr>
            <a:r>
              <a:rPr sz="1725" b="0">
                <a:solidFill>
                  <a:srgbClr val="D3E0E8"/>
                </a:solidFill>
              </a:rPr>
              <a:t>SMS Spam Detection using NLP Classification</a:t>
            </a:r>
          </a:p>
        </p:txBody>
      </p:sp>
      <p:sp>
        <p:nvSpPr>
          <p:cNvPr id="6" name="">
            <a:extLst xmlns:a="http://schemas.openxmlformats.org/drawingml/2006/main">
              <a:ext uri="{FF2B5EF4-FFF2-40B4-BE49-F238E27FC236}">
                <a16:creationId xmlns:a16="http://schemas.microsoft.com/office/drawing/2014/main" id="{88865AC1-A490-4868-994C-1B9C27A161B7}"/>
              </a:ext>
            </a:extLst>
          </p:cNvPr>
          <p:cNvSpPr>
            <a:spLocks xmlns:a="http://schemas.openxmlformats.org/drawingml/2006/main" noGrp="1"/>
          </p:cNvSpPr>
          <p:nvPr/>
        </p:nvSpPr>
        <p:spPr>
          <a:xfrm xmlns:a="http://schemas.openxmlformats.org/drawingml/2006/main">
            <a:off x="723900" y="3457575"/>
            <a:ext cx="695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DF4F0"/>
                </a:solidFill>
              </a:defRPr>
            </a:defPPr>
            <a:lvl1pPr algn="l">
              <a:defRPr sz="1350" b="1">
                <a:solidFill>
                  <a:srgbClr val="DDF4F0"/>
                </a:solidFill>
              </a:defRPr>
            </a:lvl1pPr>
            <a:lvl2pPr algn="l">
              <a:defRPr sz="1350" b="1">
                <a:solidFill>
                  <a:srgbClr val="DDF4F0"/>
                </a:solidFill>
              </a:defRPr>
            </a:lvl2pPr>
            <a:lvl3pPr algn="l">
              <a:defRPr sz="1350" b="1">
                <a:solidFill>
                  <a:srgbClr val="DDF4F0"/>
                </a:solidFill>
              </a:defRPr>
            </a:lvl3pPr>
            <a:lvl4pPr algn="l">
              <a:defRPr sz="1350" b="1">
                <a:solidFill>
                  <a:srgbClr val="DDF4F0"/>
                </a:solidFill>
              </a:defRPr>
            </a:lvl4pPr>
            <a:lvl5pPr algn="l">
              <a:defRPr sz="1350" b="1">
                <a:solidFill>
                  <a:srgbClr val="DDF4F0"/>
                </a:solidFill>
              </a:defRPr>
            </a:lvl5pPr>
            <a:lvl6pPr algn="l">
              <a:defRPr sz="1350" b="1">
                <a:solidFill>
                  <a:srgbClr val="DDF4F0"/>
                </a:solidFill>
              </a:defRPr>
            </a:lvl6pPr>
            <a:lvl7pPr algn="l">
              <a:defRPr sz="1350" b="1">
                <a:solidFill>
                  <a:srgbClr val="DDF4F0"/>
                </a:solidFill>
              </a:defRPr>
            </a:lvl7pPr>
            <a:lvl8pPr algn="l">
              <a:defRPr sz="1350" b="1">
                <a:solidFill>
                  <a:srgbClr val="DDF4F0"/>
                </a:solidFill>
              </a:defRPr>
            </a:lvl8pPr>
            <a:lvl9pPr algn="l">
              <a:defRPr sz="1350" b="1">
                <a:solidFill>
                  <a:srgbClr val="DDF4F0"/>
                </a:solidFill>
              </a:defRPr>
            </a:lvl9pPr>
          </a:lstStyle>
          <a:p xmlns:a="http://schemas.openxmlformats.org/drawingml/2006/main">
            <a:pPr algn="l">
              <a:defRPr sz="1350" b="1">
                <a:solidFill>
                  <a:srgbClr val="DDF4F0"/>
                </a:solidFill>
              </a:defRPr>
            </a:pPr>
            <a:r>
              <a:rPr sz="1350" b="1">
                <a:solidFill>
                  <a:srgbClr val="DDF4F0"/>
                </a:solidFill>
              </a:rPr>
              <a:t>Naive Bayes  •  Logistic Regression  •  TF-IDF</a:t>
            </a:r>
          </a:p>
        </p:txBody>
      </p:sp>
      <p:sp>
        <p:nvSpPr>
          <p:cNvPr id="7" name="">
            <a:extLst xmlns:a="http://schemas.openxmlformats.org/drawingml/2006/main">
              <a:ext uri="{FF2B5EF4-FFF2-40B4-BE49-F238E27FC236}">
                <a16:creationId xmlns:a16="http://schemas.microsoft.com/office/drawing/2014/main" id="{CB8D090D-CF92-4287-9E99-C24D15271F36}"/>
              </a:ext>
            </a:extLst>
          </p:cNvPr>
          <p:cNvSpPr>
            <a:spLocks xmlns:a="http://schemas.openxmlformats.org/drawingml/2006/main" noGrp="1"/>
          </p:cNvSpPr>
          <p:nvPr/>
        </p:nvSpPr>
        <p:spPr>
          <a:xfrm xmlns:a="http://schemas.openxmlformats.org/drawingml/2006/main">
            <a:off x="7877175" y="2238375"/>
            <a:ext cx="2838450" cy="1524000"/>
          </a:xfrm>
          <a:prstGeom xmlns:a="http://schemas.openxmlformats.org/drawingml/2006/main" prst="roundRect">
            <a:avLst>
              <a:gd name="adj" fmla="val 5000"/>
            </a:avLst>
          </a:prstGeom>
          <a:solidFill xmlns:a="http://schemas.openxmlformats.org/drawingml/2006/main">
            <a:srgbClr val="19365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FD9E032-4FEC-43B3-AE50-061F4813BEDD}"/>
              </a:ext>
            </a:extLst>
          </p:cNvPr>
          <p:cNvSpPr>
            <a:spLocks xmlns:a="http://schemas.openxmlformats.org/drawingml/2006/main" noGrp="1"/>
          </p:cNvSpPr>
          <p:nvPr/>
        </p:nvSpPr>
        <p:spPr>
          <a:xfrm xmlns:a="http://schemas.openxmlformats.org/drawingml/2006/main">
            <a:off x="8143875" y="240982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9CB4C5"/>
                </a:solidFill>
              </a:defRPr>
            </a:defPPr>
            <a:lvl1pPr algn="l">
              <a:defRPr sz="975" b="1">
                <a:solidFill>
                  <a:srgbClr val="9CB4C5"/>
                </a:solidFill>
              </a:defRPr>
            </a:lvl1pPr>
            <a:lvl2pPr algn="l">
              <a:defRPr sz="975" b="1">
                <a:solidFill>
                  <a:srgbClr val="9CB4C5"/>
                </a:solidFill>
              </a:defRPr>
            </a:lvl2pPr>
            <a:lvl3pPr algn="l">
              <a:defRPr sz="975" b="1">
                <a:solidFill>
                  <a:srgbClr val="9CB4C5"/>
                </a:solidFill>
              </a:defRPr>
            </a:lvl3pPr>
            <a:lvl4pPr algn="l">
              <a:defRPr sz="975" b="1">
                <a:solidFill>
                  <a:srgbClr val="9CB4C5"/>
                </a:solidFill>
              </a:defRPr>
            </a:lvl4pPr>
            <a:lvl5pPr algn="l">
              <a:defRPr sz="975" b="1">
                <a:solidFill>
                  <a:srgbClr val="9CB4C5"/>
                </a:solidFill>
              </a:defRPr>
            </a:lvl5pPr>
            <a:lvl6pPr algn="l">
              <a:defRPr sz="975" b="1">
                <a:solidFill>
                  <a:srgbClr val="9CB4C5"/>
                </a:solidFill>
              </a:defRPr>
            </a:lvl6pPr>
            <a:lvl7pPr algn="l">
              <a:defRPr sz="975" b="1">
                <a:solidFill>
                  <a:srgbClr val="9CB4C5"/>
                </a:solidFill>
              </a:defRPr>
            </a:lvl7pPr>
            <a:lvl8pPr algn="l">
              <a:defRPr sz="975" b="1">
                <a:solidFill>
                  <a:srgbClr val="9CB4C5"/>
                </a:solidFill>
              </a:defRPr>
            </a:lvl8pPr>
            <a:lvl9pPr algn="l">
              <a:defRPr sz="975" b="1">
                <a:solidFill>
                  <a:srgbClr val="9CB4C5"/>
                </a:solidFill>
              </a:defRPr>
            </a:lvl9pPr>
          </a:lstStyle>
          <a:p xmlns:a="http://schemas.openxmlformats.org/drawingml/2006/main">
            <a:pPr algn="l">
              <a:defRPr sz="975" b="1">
                <a:solidFill>
                  <a:srgbClr val="9CB4C5"/>
                </a:solidFill>
              </a:defRPr>
            </a:pPr>
            <a:r>
              <a:rPr sz="975" b="1">
                <a:solidFill>
                  <a:srgbClr val="9CB4C5"/>
                </a:solidFill>
              </a:rPr>
              <a:t>MESSAGE</a:t>
            </a:r>
          </a:p>
        </p:txBody>
      </p:sp>
      <p:sp>
        <p:nvSpPr>
          <p:cNvPr id="9" name="">
            <a:extLst xmlns:a="http://schemas.openxmlformats.org/drawingml/2006/main">
              <a:ext uri="{FF2B5EF4-FFF2-40B4-BE49-F238E27FC236}">
                <a16:creationId xmlns:a16="http://schemas.microsoft.com/office/drawing/2014/main" id="{BED1EFC4-9ED4-4141-BDA1-9FE00FA1D0C1}"/>
              </a:ext>
            </a:extLst>
          </p:cNvPr>
          <p:cNvSpPr>
            <a:spLocks xmlns:a="http://schemas.openxmlformats.org/drawingml/2006/main" noGrp="1"/>
          </p:cNvSpPr>
          <p:nvPr/>
        </p:nvSpPr>
        <p:spPr>
          <a:xfrm xmlns:a="http://schemas.openxmlformats.org/drawingml/2006/main">
            <a:off x="8143875" y="27908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FFFFF"/>
                </a:solidFill>
              </a:defRPr>
            </a:defPPr>
            <a:lvl1pPr algn="l">
              <a:defRPr sz="1575" b="1">
                <a:solidFill>
                  <a:srgbClr val="FFFFFF"/>
                </a:solidFill>
              </a:defRPr>
            </a:lvl1pPr>
            <a:lvl2pPr algn="l">
              <a:defRPr sz="1575" b="1">
                <a:solidFill>
                  <a:srgbClr val="FFFFFF"/>
                </a:solidFill>
              </a:defRPr>
            </a:lvl2pPr>
            <a:lvl3pPr algn="l">
              <a:defRPr sz="1575" b="1">
                <a:solidFill>
                  <a:srgbClr val="FFFFFF"/>
                </a:solidFill>
              </a:defRPr>
            </a:lvl3pPr>
            <a:lvl4pPr algn="l">
              <a:defRPr sz="1575" b="1">
                <a:solidFill>
                  <a:srgbClr val="FFFFFF"/>
                </a:solidFill>
              </a:defRPr>
            </a:lvl4pPr>
            <a:lvl5pPr algn="l">
              <a:defRPr sz="1575" b="1">
                <a:solidFill>
                  <a:srgbClr val="FFFFFF"/>
                </a:solidFill>
              </a:defRPr>
            </a:lvl5pPr>
            <a:lvl6pPr algn="l">
              <a:defRPr sz="1575" b="1">
                <a:solidFill>
                  <a:srgbClr val="FFFFFF"/>
                </a:solidFill>
              </a:defRPr>
            </a:lvl6pPr>
            <a:lvl7pPr algn="l">
              <a:defRPr sz="1575" b="1">
                <a:solidFill>
                  <a:srgbClr val="FFFFFF"/>
                </a:solidFill>
              </a:defRPr>
            </a:lvl7pPr>
            <a:lvl8pPr algn="l">
              <a:defRPr sz="1575" b="1">
                <a:solidFill>
                  <a:srgbClr val="FFFFFF"/>
                </a:solidFill>
              </a:defRPr>
            </a:lvl8pPr>
            <a:lvl9pPr algn="l">
              <a:defRPr sz="1575" b="1">
                <a:solidFill>
                  <a:srgbClr val="FFFFFF"/>
                </a:solidFill>
              </a:defRPr>
            </a:lvl9pPr>
          </a:lstStyle>
          <a:p xmlns:a="http://schemas.openxmlformats.org/drawingml/2006/main">
            <a:pPr algn="l">
              <a:defRPr sz="1575" b="1">
                <a:solidFill>
                  <a:srgbClr val="FFFFFF"/>
                </a:solidFill>
              </a:defRPr>
            </a:pPr>
            <a:r>
              <a:rPr sz="1575" b="1">
                <a:solidFill>
                  <a:srgbClr val="FFFFFF"/>
                </a:solidFill>
              </a:rPr>
              <a:t>“claim your prize”</a:t>
            </a:r>
          </a:p>
        </p:txBody>
      </p:sp>
      <p:sp>
        <p:nvSpPr>
          <p:cNvPr id="10" name="">
            <a:extLst xmlns:a="http://schemas.openxmlformats.org/drawingml/2006/main">
              <a:ext uri="{FF2B5EF4-FFF2-40B4-BE49-F238E27FC236}">
                <a16:creationId xmlns:a16="http://schemas.microsoft.com/office/drawing/2014/main" id="{156C9637-7BB4-4893-A041-63778BCE2465}"/>
              </a:ext>
            </a:extLst>
          </p:cNvPr>
          <p:cNvSpPr>
            <a:spLocks xmlns:a="http://schemas.openxmlformats.org/drawingml/2006/main" noGrp="1"/>
          </p:cNvSpPr>
          <p:nvPr/>
        </p:nvSpPr>
        <p:spPr>
          <a:xfrm xmlns:a="http://schemas.openxmlformats.org/drawingml/2006/main">
            <a:off x="10715625" y="3000375"/>
            <a:ext cx="438150" cy="0"/>
          </a:xfrm>
          <a:prstGeom xmlns:a="http://schemas.openxmlformats.org/drawingml/2006/main" prst="line">
            <a:avLst/>
          </a:prstGeom>
          <a:noFill xmlns:a="http://schemas.openxmlformats.org/drawingml/2006/main"/>
          <a:ln xmlns:a="http://schemas.openxmlformats.org/drawingml/2006/main" w="28575">
            <a:solidFill>
              <a:srgbClr val="1C9A91"/>
            </a:solidFill>
            <a:prstDash val="solid"/>
          </a:ln>
        </p:spPr>
      </p:sp>
      <p:sp>
        <p:nvSpPr>
          <p:cNvPr id="11" name="">
            <a:extLst xmlns:a="http://schemas.openxmlformats.org/drawingml/2006/main">
              <a:ext uri="{FF2B5EF4-FFF2-40B4-BE49-F238E27FC236}">
                <a16:creationId xmlns:a16="http://schemas.microsoft.com/office/drawing/2014/main" id="{E0F9612D-16C2-46EF-942F-E16BF5D078E8}"/>
              </a:ext>
            </a:extLst>
          </p:cNvPr>
          <p:cNvSpPr>
            <a:spLocks xmlns:a="http://schemas.openxmlformats.org/drawingml/2006/main" noGrp="1"/>
          </p:cNvSpPr>
          <p:nvPr/>
        </p:nvSpPr>
        <p:spPr>
          <a:xfrm xmlns:a="http://schemas.openxmlformats.org/drawingml/2006/main">
            <a:off x="10963275" y="2895600"/>
            <a:ext cx="266700" cy="209550"/>
          </a:xfrm>
          <a:prstGeom xmlns:a="http://schemas.openxmlformats.org/drawingml/2006/main" prst="rightArrow">
            <a:avLst/>
          </a:prstGeom>
          <a:solidFill xmlns:a="http://schemas.openxmlformats.org/drawingml/2006/main">
            <a:srgbClr val="1C9A9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1ADE857-D9FA-4F51-A3BD-A708C37EDAE9}"/>
              </a:ext>
            </a:extLst>
          </p:cNvPr>
          <p:cNvSpPr>
            <a:spLocks xmlns:a="http://schemas.openxmlformats.org/drawingml/2006/main" noGrp="1"/>
          </p:cNvSpPr>
          <p:nvPr/>
        </p:nvSpPr>
        <p:spPr>
          <a:xfrm xmlns:a="http://schemas.openxmlformats.org/drawingml/2006/main">
            <a:off x="11172825" y="2667000"/>
            <a:ext cx="552450" cy="685800"/>
          </a:xfrm>
          <a:prstGeom xmlns:a="http://schemas.openxmlformats.org/drawingml/2006/main" prst="roundRect">
            <a:avLst>
              <a:gd name="adj" fmla="val 13793"/>
            </a:avLst>
          </a:prstGeom>
          <a:solidFill xmlns:a="http://schemas.openxmlformats.org/drawingml/2006/main">
            <a:srgbClr val="1C9A9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E6A3B9B-9AE1-457C-B83D-A1BDEE15ED64}"/>
              </a:ext>
            </a:extLst>
          </p:cNvPr>
          <p:cNvSpPr>
            <a:spLocks xmlns:a="http://schemas.openxmlformats.org/drawingml/2006/main" noGrp="1"/>
          </p:cNvSpPr>
          <p:nvPr/>
        </p:nvSpPr>
        <p:spPr>
          <a:xfrm xmlns:a="http://schemas.openxmlformats.org/drawingml/2006/main">
            <a:off x="11201400" y="28194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975" b="1">
                <a:solidFill>
                  <a:srgbClr val="FFFFFF"/>
                </a:solidFill>
              </a:defRPr>
            </a:defPPr>
            <a:lvl1pPr algn="ctr">
              <a:defRPr sz="975" b="1">
                <a:solidFill>
                  <a:srgbClr val="FFFFFF"/>
                </a:solidFill>
              </a:defRPr>
            </a:lvl1pPr>
            <a:lvl2pPr algn="ctr">
              <a:defRPr sz="975" b="1">
                <a:solidFill>
                  <a:srgbClr val="FFFFFF"/>
                </a:solidFill>
              </a:defRPr>
            </a:lvl2pPr>
            <a:lvl3pPr algn="ctr">
              <a:defRPr sz="975" b="1">
                <a:solidFill>
                  <a:srgbClr val="FFFFFF"/>
                </a:solidFill>
              </a:defRPr>
            </a:lvl3pPr>
            <a:lvl4pPr algn="ctr">
              <a:defRPr sz="975" b="1">
                <a:solidFill>
                  <a:srgbClr val="FFFFFF"/>
                </a:solidFill>
              </a:defRPr>
            </a:lvl4pPr>
            <a:lvl5pPr algn="ctr">
              <a:defRPr sz="975" b="1">
                <a:solidFill>
                  <a:srgbClr val="FFFFFF"/>
                </a:solidFill>
              </a:defRPr>
            </a:lvl5pPr>
            <a:lvl6pPr algn="ctr">
              <a:defRPr sz="975" b="1">
                <a:solidFill>
                  <a:srgbClr val="FFFFFF"/>
                </a:solidFill>
              </a:defRPr>
            </a:lvl6pPr>
            <a:lvl7pPr algn="ctr">
              <a:defRPr sz="975" b="1">
                <a:solidFill>
                  <a:srgbClr val="FFFFFF"/>
                </a:solidFill>
              </a:defRPr>
            </a:lvl7pPr>
            <a:lvl8pPr algn="ctr">
              <a:defRPr sz="975" b="1">
                <a:solidFill>
                  <a:srgbClr val="FFFFFF"/>
                </a:solidFill>
              </a:defRPr>
            </a:lvl8pPr>
            <a:lvl9pPr algn="ctr">
              <a:defRPr sz="975" b="1">
                <a:solidFill>
                  <a:srgbClr val="FFFFFF"/>
                </a:solidFill>
              </a:defRPr>
            </a:lvl9pPr>
          </a:lstStyle>
          <a:p xmlns:a="http://schemas.openxmlformats.org/drawingml/2006/main">
            <a:pPr algn="ctr">
              <a:defRPr sz="975" b="1">
                <a:solidFill>
                  <a:srgbClr val="FFFFFF"/>
                </a:solidFill>
              </a:defRPr>
            </a:pPr>
            <a:r>
              <a:rPr sz="975" b="1">
                <a:solidFill>
                  <a:srgbClr val="FFFFFF"/>
                </a:solidFill>
              </a:rPr>
              <a:t>SPAM</a:t>
            </a:r>
          </a:p>
        </p:txBody>
      </p:sp>
      <p:sp>
        <p:nvSpPr>
          <p:cNvPr id="14" name="">
            <a:extLst xmlns:a="http://schemas.openxmlformats.org/drawingml/2006/main">
              <a:ext uri="{FF2B5EF4-FFF2-40B4-BE49-F238E27FC236}">
                <a16:creationId xmlns:a16="http://schemas.microsoft.com/office/drawing/2014/main" id="{E249B2A7-1444-4D06-897D-6B74F2A3C7D3}"/>
              </a:ext>
            </a:extLst>
          </p:cNvPr>
          <p:cNvSpPr>
            <a:spLocks xmlns:a="http://schemas.openxmlformats.org/drawingml/2006/main" noGrp="1"/>
          </p:cNvSpPr>
          <p:nvPr/>
        </p:nvSpPr>
        <p:spPr>
          <a:xfrm xmlns:a="http://schemas.openxmlformats.org/drawingml/2006/main">
            <a:off x="723900" y="55149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FFFFF"/>
                </a:solidFill>
              </a:defRPr>
            </a:defPPr>
            <a:lvl1pPr algn="l">
              <a:defRPr sz="1575" b="1">
                <a:solidFill>
                  <a:srgbClr val="FFFFFF"/>
                </a:solidFill>
              </a:defRPr>
            </a:lvl1pPr>
            <a:lvl2pPr algn="l">
              <a:defRPr sz="1575" b="1">
                <a:solidFill>
                  <a:srgbClr val="FFFFFF"/>
                </a:solidFill>
              </a:defRPr>
            </a:lvl2pPr>
            <a:lvl3pPr algn="l">
              <a:defRPr sz="1575" b="1">
                <a:solidFill>
                  <a:srgbClr val="FFFFFF"/>
                </a:solidFill>
              </a:defRPr>
            </a:lvl3pPr>
            <a:lvl4pPr algn="l">
              <a:defRPr sz="1575" b="1">
                <a:solidFill>
                  <a:srgbClr val="FFFFFF"/>
                </a:solidFill>
              </a:defRPr>
            </a:lvl4pPr>
            <a:lvl5pPr algn="l">
              <a:defRPr sz="1575" b="1">
                <a:solidFill>
                  <a:srgbClr val="FFFFFF"/>
                </a:solidFill>
              </a:defRPr>
            </a:lvl5pPr>
            <a:lvl6pPr algn="l">
              <a:defRPr sz="1575" b="1">
                <a:solidFill>
                  <a:srgbClr val="FFFFFF"/>
                </a:solidFill>
              </a:defRPr>
            </a:lvl6pPr>
            <a:lvl7pPr algn="l">
              <a:defRPr sz="1575" b="1">
                <a:solidFill>
                  <a:srgbClr val="FFFFFF"/>
                </a:solidFill>
              </a:defRPr>
            </a:lvl7pPr>
            <a:lvl8pPr algn="l">
              <a:defRPr sz="1575" b="1">
                <a:solidFill>
                  <a:srgbClr val="FFFFFF"/>
                </a:solidFill>
              </a:defRPr>
            </a:lvl8pPr>
            <a:lvl9pPr algn="l">
              <a:defRPr sz="1575" b="1">
                <a:solidFill>
                  <a:srgbClr val="FFFFFF"/>
                </a:solidFill>
              </a:defRPr>
            </a:lvl9pPr>
          </a:lstStyle>
          <a:p xmlns:a="http://schemas.openxmlformats.org/drawingml/2006/main">
            <a:pPr algn="l">
              <a:defRPr sz="1575" b="1">
                <a:solidFill>
                  <a:srgbClr val="FFFFFF"/>
                </a:solidFill>
              </a:defRPr>
            </a:pPr>
            <a:r>
              <a:rPr sz="1575" b="1">
                <a:solidFill>
                  <a:srgbClr val="FFFFFF"/>
                </a:solidFill>
              </a:rPr>
              <a:t>Shikhar Aasal</a:t>
            </a:r>
          </a:p>
        </p:txBody>
      </p:sp>
      <p:sp>
        <p:nvSpPr>
          <p:cNvPr id="15" name="">
            <a:extLst xmlns:a="http://schemas.openxmlformats.org/drawingml/2006/main">
              <a:ext uri="{FF2B5EF4-FFF2-40B4-BE49-F238E27FC236}">
                <a16:creationId xmlns:a16="http://schemas.microsoft.com/office/drawing/2014/main" id="{C2D06731-291D-4271-A96C-BC78525DDBBF}"/>
              </a:ext>
            </a:extLst>
          </p:cNvPr>
          <p:cNvSpPr>
            <a:spLocks xmlns:a="http://schemas.openxmlformats.org/drawingml/2006/main" noGrp="1"/>
          </p:cNvSpPr>
          <p:nvPr/>
        </p:nvSpPr>
        <p:spPr>
          <a:xfrm xmlns:a="http://schemas.openxmlformats.org/drawingml/2006/main">
            <a:off x="723900" y="58769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B3C7D4"/>
                </a:solidFill>
              </a:defRPr>
            </a:defPPr>
            <a:lvl1pPr algn="l">
              <a:defRPr sz="1125" b="0">
                <a:solidFill>
                  <a:srgbClr val="B3C7D4"/>
                </a:solidFill>
              </a:defRPr>
            </a:lvl1pPr>
            <a:lvl2pPr algn="l">
              <a:defRPr sz="1125" b="0">
                <a:solidFill>
                  <a:srgbClr val="B3C7D4"/>
                </a:solidFill>
              </a:defRPr>
            </a:lvl2pPr>
            <a:lvl3pPr algn="l">
              <a:defRPr sz="1125" b="0">
                <a:solidFill>
                  <a:srgbClr val="B3C7D4"/>
                </a:solidFill>
              </a:defRPr>
            </a:lvl3pPr>
            <a:lvl4pPr algn="l">
              <a:defRPr sz="1125" b="0">
                <a:solidFill>
                  <a:srgbClr val="B3C7D4"/>
                </a:solidFill>
              </a:defRPr>
            </a:lvl4pPr>
            <a:lvl5pPr algn="l">
              <a:defRPr sz="1125" b="0">
                <a:solidFill>
                  <a:srgbClr val="B3C7D4"/>
                </a:solidFill>
              </a:defRPr>
            </a:lvl5pPr>
            <a:lvl6pPr algn="l">
              <a:defRPr sz="1125" b="0">
                <a:solidFill>
                  <a:srgbClr val="B3C7D4"/>
                </a:solidFill>
              </a:defRPr>
            </a:lvl6pPr>
            <a:lvl7pPr algn="l">
              <a:defRPr sz="1125" b="0">
                <a:solidFill>
                  <a:srgbClr val="B3C7D4"/>
                </a:solidFill>
              </a:defRPr>
            </a:lvl7pPr>
            <a:lvl8pPr algn="l">
              <a:defRPr sz="1125" b="0">
                <a:solidFill>
                  <a:srgbClr val="B3C7D4"/>
                </a:solidFill>
              </a:defRPr>
            </a:lvl8pPr>
            <a:lvl9pPr algn="l">
              <a:defRPr sz="1125" b="0">
                <a:solidFill>
                  <a:srgbClr val="B3C7D4"/>
                </a:solidFill>
              </a:defRPr>
            </a:lvl9pPr>
          </a:lstStyle>
          <a:p xmlns:a="http://schemas.openxmlformats.org/drawingml/2006/main">
            <a:pPr algn="l">
              <a:defRPr sz="1125" b="0">
                <a:solidFill>
                  <a:srgbClr val="B3C7D4"/>
                </a:solidFill>
              </a:defRPr>
            </a:pPr>
            <a:r>
              <a:rPr sz="1125" b="0">
                <a:solidFill>
                  <a:srgbClr val="B3C7D4"/>
                </a:solidFill>
              </a:rPr>
              <a:t>UID 26BDA70036   •   BDS-111 (A)   •   AI Applications</a:t>
            </a:r>
          </a:p>
        </p:txBody>
      </p:sp>
      <p:sp>
        <p:nvSpPr>
          <p:cNvPr id="16" name="">
            <a:extLst xmlns:a="http://schemas.openxmlformats.org/drawingml/2006/main">
              <a:ext uri="{FF2B5EF4-FFF2-40B4-BE49-F238E27FC236}">
                <a16:creationId xmlns:a16="http://schemas.microsoft.com/office/drawing/2014/main" id="{74698B35-F476-426E-9E5B-962EC6EE71DC}"/>
              </a:ext>
            </a:extLst>
          </p:cNvPr>
          <p:cNvSpPr>
            <a:spLocks xmlns:a="http://schemas.openxmlformats.org/drawingml/2006/main" noGrp="1"/>
          </p:cNvSpPr>
          <p:nvPr/>
        </p:nvSpPr>
        <p:spPr>
          <a:xfrm xmlns:a="http://schemas.openxmlformats.org/drawingml/2006/main">
            <a:off x="11239500" y="631507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DDF4F0"/>
                </a:solidFill>
              </a:defRPr>
            </a:defPPr>
            <a:lvl1pPr algn="r">
              <a:defRPr sz="1125" b="1">
                <a:solidFill>
                  <a:srgbClr val="DDF4F0"/>
                </a:solidFill>
              </a:defRPr>
            </a:lvl1pPr>
            <a:lvl2pPr algn="r">
              <a:defRPr sz="1125" b="1">
                <a:solidFill>
                  <a:srgbClr val="DDF4F0"/>
                </a:solidFill>
              </a:defRPr>
            </a:lvl2pPr>
            <a:lvl3pPr algn="r">
              <a:defRPr sz="1125" b="1">
                <a:solidFill>
                  <a:srgbClr val="DDF4F0"/>
                </a:solidFill>
              </a:defRPr>
            </a:lvl3pPr>
            <a:lvl4pPr algn="r">
              <a:defRPr sz="1125" b="1">
                <a:solidFill>
                  <a:srgbClr val="DDF4F0"/>
                </a:solidFill>
              </a:defRPr>
            </a:lvl4pPr>
            <a:lvl5pPr algn="r">
              <a:defRPr sz="1125" b="1">
                <a:solidFill>
                  <a:srgbClr val="DDF4F0"/>
                </a:solidFill>
              </a:defRPr>
            </a:lvl5pPr>
            <a:lvl6pPr algn="r">
              <a:defRPr sz="1125" b="1">
                <a:solidFill>
                  <a:srgbClr val="DDF4F0"/>
                </a:solidFill>
              </a:defRPr>
            </a:lvl6pPr>
            <a:lvl7pPr algn="r">
              <a:defRPr sz="1125" b="1">
                <a:solidFill>
                  <a:srgbClr val="DDF4F0"/>
                </a:solidFill>
              </a:defRPr>
            </a:lvl7pPr>
            <a:lvl8pPr algn="r">
              <a:defRPr sz="1125" b="1">
                <a:solidFill>
                  <a:srgbClr val="DDF4F0"/>
                </a:solidFill>
              </a:defRPr>
            </a:lvl8pPr>
            <a:lvl9pPr algn="r">
              <a:defRPr sz="1125" b="1">
                <a:solidFill>
                  <a:srgbClr val="DDF4F0"/>
                </a:solidFill>
              </a:defRPr>
            </a:lvl9pPr>
          </a:lstStyle>
          <a:p xmlns:a="http://schemas.openxmlformats.org/drawingml/2006/main">
            <a:pPr algn="r">
              <a:defRPr sz="1125" b="1">
                <a:solidFill>
                  <a:srgbClr val="DDF4F0"/>
                </a:solidFill>
              </a:defRPr>
            </a:pPr>
            <a:r>
              <a:rPr sz="1125" b="1">
                <a:solidFill>
                  <a:srgbClr val="DDF4F0"/>
                </a:solidFill>
              </a:rPr>
              <a:t>8</a:t>
            </a:r>
          </a:p>
        </p:txBody>
      </p:sp>
    </p:spTree>
    <p:extLst>
      <p:ext uri="{BB962C8B-B14F-4D97-AF65-F5344CB8AC3E}">
        <p14:creationId xmlns:p14="http://schemas.microsoft.com/office/powerpoint/2010/main" val="17412416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2026-10-21T20:46:05.1250000Z</dcterms:created>
  <dcterms:modified xsi:type="dcterms:W3CDTF">2026-10-21T20:46:05.1250000Z</dcterms:modified>
</coreProperties>
</file>